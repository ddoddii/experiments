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 cache</c:v>
                </c:pt>
              </c:strCache>
            </c:strRef>
          </c:tx>
          <c:spPr>
            <a:solidFill>
              <a:srgbClr val="BFC4C9">
                <a:alpha val="100000"/>
              </a:srgbClr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Prefill
(mean of 2 GPUs)</c:v>
                  </c:pt>
                  <c:pt idx="1">
                    <c:v>Decode
(mean of 2 GPUs)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20.25</c:v>
                </c:pt>
                <c:pt idx="1">
                  <c:v>3.186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parked on an idle GPU</c:v>
                </c:pt>
              </c:strCache>
            </c:strRef>
          </c:tx>
          <c:spPr>
            <a:solidFill>
              <a:srgbClr val="009E73">
                <a:alpha val="100000"/>
              </a:srgbClr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Prefill
(mean of 2 GPUs)</c:v>
                  </c:pt>
                  <c:pt idx="1">
                    <c:v>Decode
(mean of 2 GPUs)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2.009</c:v>
                </c:pt>
                <c:pt idx="1">
                  <c:v>8.388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unused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Prefill
(mean of 2 GPUs)</c:v>
                  </c:pt>
                  <c:pt idx="1">
                    <c:v>Decode
(mean of 2 GPUs)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4.75</c:v>
                </c:pt>
                <c:pt idx="1">
                  <c:v>15.654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KV pool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Reusable KV lands on the GPUs whose pool was empty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16.8 GB of reusable KV sits on the idle decode GPUs, in pool space their own serving work never used. Bar height is each GPU's KV pool; a park pool is carved from the same HBM the serving pool would have taken.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80467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GPU-first placement · single run (n=1) · big_c32_r1 · park-fetch hit rate 77.9%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2026-08-04T07:58:30Z</dcterms:created>
  <dcterms:modified xsi:type="dcterms:W3CDTF">2026-08-04T07:58:30Z</dcterms:modified>
</cp:coreProperties>
</file>