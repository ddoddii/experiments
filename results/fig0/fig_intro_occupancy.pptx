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Prefill instance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Sheet1!$A$2:$A$236</c:f>
              <c:multiLvlStrCache>
                <c:ptCount val="235"/>
                <c:lvl>
                  <c:pt idx="0">
                    <c:v>4</c:v>
                  </c:pt>
                  <c:pt idx="1">
                    <c:v>8</c:v>
                  </c:pt>
                  <c:pt idx="2">
                    <c:v>12</c:v>
                  </c:pt>
                  <c:pt idx="3">
                    <c:v>16</c:v>
                  </c:pt>
                  <c:pt idx="4">
                    <c:v>20</c:v>
                  </c:pt>
                  <c:pt idx="5">
                    <c:v>24</c:v>
                  </c:pt>
                  <c:pt idx="6">
                    <c:v>28</c:v>
                  </c:pt>
                  <c:pt idx="7">
                    <c:v>32</c:v>
                  </c:pt>
                  <c:pt idx="8">
                    <c:v>36</c:v>
                  </c:pt>
                  <c:pt idx="9">
                    <c:v>40</c:v>
                  </c:pt>
                  <c:pt idx="10">
                    <c:v>44</c:v>
                  </c:pt>
                  <c:pt idx="11">
                    <c:v>48</c:v>
                  </c:pt>
                  <c:pt idx="12">
                    <c:v>52</c:v>
                  </c:pt>
                  <c:pt idx="13">
                    <c:v>56</c:v>
                  </c:pt>
                  <c:pt idx="14">
                    <c:v>60</c:v>
                  </c:pt>
                  <c:pt idx="15">
                    <c:v>64</c:v>
                  </c:pt>
                  <c:pt idx="16">
                    <c:v>68</c:v>
                  </c:pt>
                  <c:pt idx="17">
                    <c:v>72</c:v>
                  </c:pt>
                  <c:pt idx="18">
                    <c:v>76</c:v>
                  </c:pt>
                  <c:pt idx="19">
                    <c:v>80</c:v>
                  </c:pt>
                  <c:pt idx="20">
                    <c:v>84</c:v>
                  </c:pt>
                  <c:pt idx="21">
                    <c:v>88</c:v>
                  </c:pt>
                  <c:pt idx="22">
                    <c:v>92</c:v>
                  </c:pt>
                  <c:pt idx="23">
                    <c:v>96</c:v>
                  </c:pt>
                  <c:pt idx="24">
                    <c:v>100</c:v>
                  </c:pt>
                  <c:pt idx="25">
                    <c:v>104</c:v>
                  </c:pt>
                  <c:pt idx="26">
                    <c:v>108</c:v>
                  </c:pt>
                  <c:pt idx="27">
                    <c:v>112</c:v>
                  </c:pt>
                  <c:pt idx="28">
                    <c:v>116</c:v>
                  </c:pt>
                  <c:pt idx="29">
                    <c:v>120</c:v>
                  </c:pt>
                  <c:pt idx="30">
                    <c:v>124</c:v>
                  </c:pt>
                  <c:pt idx="31">
                    <c:v>128</c:v>
                  </c:pt>
                  <c:pt idx="32">
                    <c:v>132</c:v>
                  </c:pt>
                  <c:pt idx="33">
                    <c:v>136</c:v>
                  </c:pt>
                  <c:pt idx="34">
                    <c:v>140</c:v>
                  </c:pt>
                  <c:pt idx="35">
                    <c:v>144</c:v>
                  </c:pt>
                  <c:pt idx="36">
                    <c:v>148</c:v>
                  </c:pt>
                  <c:pt idx="37">
                    <c:v>152</c:v>
                  </c:pt>
                  <c:pt idx="38">
                    <c:v>156</c:v>
                  </c:pt>
                  <c:pt idx="39">
                    <c:v>160</c:v>
                  </c:pt>
                  <c:pt idx="40">
                    <c:v>164</c:v>
                  </c:pt>
                  <c:pt idx="41">
                    <c:v>168</c:v>
                  </c:pt>
                  <c:pt idx="42">
                    <c:v>172</c:v>
                  </c:pt>
                  <c:pt idx="43">
                    <c:v>176</c:v>
                  </c:pt>
                  <c:pt idx="44">
                    <c:v>180</c:v>
                  </c:pt>
                  <c:pt idx="45">
                    <c:v>184</c:v>
                  </c:pt>
                  <c:pt idx="46">
                    <c:v>188</c:v>
                  </c:pt>
                  <c:pt idx="47">
                    <c:v>192</c:v>
                  </c:pt>
                  <c:pt idx="48">
                    <c:v>196</c:v>
                  </c:pt>
                  <c:pt idx="49">
                    <c:v>200</c:v>
                  </c:pt>
                  <c:pt idx="50">
                    <c:v>204</c:v>
                  </c:pt>
                  <c:pt idx="51">
                    <c:v>208</c:v>
                  </c:pt>
                  <c:pt idx="52">
                    <c:v>212</c:v>
                  </c:pt>
                  <c:pt idx="53">
                    <c:v>216</c:v>
                  </c:pt>
                  <c:pt idx="54">
                    <c:v>220</c:v>
                  </c:pt>
                  <c:pt idx="55">
                    <c:v>224</c:v>
                  </c:pt>
                  <c:pt idx="56">
                    <c:v>228</c:v>
                  </c:pt>
                  <c:pt idx="57">
                    <c:v>232</c:v>
                  </c:pt>
                  <c:pt idx="58">
                    <c:v>236</c:v>
                  </c:pt>
                  <c:pt idx="59">
                    <c:v>240</c:v>
                  </c:pt>
                  <c:pt idx="60">
                    <c:v>244</c:v>
                  </c:pt>
                  <c:pt idx="61">
                    <c:v>248</c:v>
                  </c:pt>
                  <c:pt idx="62">
                    <c:v>252</c:v>
                  </c:pt>
                  <c:pt idx="63">
                    <c:v>256</c:v>
                  </c:pt>
                  <c:pt idx="64">
                    <c:v>260</c:v>
                  </c:pt>
                  <c:pt idx="65">
                    <c:v>264</c:v>
                  </c:pt>
                  <c:pt idx="66">
                    <c:v>268</c:v>
                  </c:pt>
                  <c:pt idx="67">
                    <c:v>272</c:v>
                  </c:pt>
                  <c:pt idx="68">
                    <c:v>276</c:v>
                  </c:pt>
                  <c:pt idx="69">
                    <c:v>280</c:v>
                  </c:pt>
                  <c:pt idx="70">
                    <c:v>284</c:v>
                  </c:pt>
                  <c:pt idx="71">
                    <c:v>288</c:v>
                  </c:pt>
                  <c:pt idx="72">
                    <c:v>292</c:v>
                  </c:pt>
                  <c:pt idx="73">
                    <c:v>296</c:v>
                  </c:pt>
                  <c:pt idx="74">
                    <c:v>300</c:v>
                  </c:pt>
                  <c:pt idx="75">
                    <c:v>304</c:v>
                  </c:pt>
                  <c:pt idx="76">
                    <c:v>308</c:v>
                  </c:pt>
                  <c:pt idx="77">
                    <c:v>312</c:v>
                  </c:pt>
                  <c:pt idx="78">
                    <c:v>316</c:v>
                  </c:pt>
                  <c:pt idx="79">
                    <c:v>320</c:v>
                  </c:pt>
                  <c:pt idx="80">
                    <c:v>324</c:v>
                  </c:pt>
                  <c:pt idx="81">
                    <c:v>328</c:v>
                  </c:pt>
                  <c:pt idx="82">
                    <c:v>332</c:v>
                  </c:pt>
                  <c:pt idx="83">
                    <c:v>336</c:v>
                  </c:pt>
                  <c:pt idx="84">
                    <c:v>340</c:v>
                  </c:pt>
                  <c:pt idx="85">
                    <c:v>344</c:v>
                  </c:pt>
                  <c:pt idx="86">
                    <c:v>348</c:v>
                  </c:pt>
                  <c:pt idx="87">
                    <c:v>352</c:v>
                  </c:pt>
                  <c:pt idx="88">
                    <c:v>356</c:v>
                  </c:pt>
                  <c:pt idx="89">
                    <c:v>360</c:v>
                  </c:pt>
                  <c:pt idx="90">
                    <c:v>364</c:v>
                  </c:pt>
                  <c:pt idx="91">
                    <c:v>368</c:v>
                  </c:pt>
                  <c:pt idx="92">
                    <c:v>372</c:v>
                  </c:pt>
                  <c:pt idx="93">
                    <c:v>376</c:v>
                  </c:pt>
                  <c:pt idx="94">
                    <c:v>380</c:v>
                  </c:pt>
                  <c:pt idx="95">
                    <c:v>384</c:v>
                  </c:pt>
                  <c:pt idx="96">
                    <c:v>388</c:v>
                  </c:pt>
                  <c:pt idx="97">
                    <c:v>392</c:v>
                  </c:pt>
                  <c:pt idx="98">
                    <c:v>396</c:v>
                  </c:pt>
                  <c:pt idx="99">
                    <c:v>400</c:v>
                  </c:pt>
                  <c:pt idx="100">
                    <c:v>404</c:v>
                  </c:pt>
                  <c:pt idx="101">
                    <c:v>408</c:v>
                  </c:pt>
                  <c:pt idx="102">
                    <c:v>412</c:v>
                  </c:pt>
                  <c:pt idx="103">
                    <c:v>416</c:v>
                  </c:pt>
                  <c:pt idx="104">
                    <c:v>420</c:v>
                  </c:pt>
                  <c:pt idx="105">
                    <c:v>424</c:v>
                  </c:pt>
                  <c:pt idx="106">
                    <c:v>428</c:v>
                  </c:pt>
                  <c:pt idx="107">
                    <c:v>432</c:v>
                  </c:pt>
                  <c:pt idx="108">
                    <c:v>436</c:v>
                  </c:pt>
                  <c:pt idx="109">
                    <c:v>440</c:v>
                  </c:pt>
                  <c:pt idx="110">
                    <c:v>444</c:v>
                  </c:pt>
                  <c:pt idx="111">
                    <c:v>448</c:v>
                  </c:pt>
                  <c:pt idx="112">
                    <c:v>452</c:v>
                  </c:pt>
                  <c:pt idx="113">
                    <c:v>456</c:v>
                  </c:pt>
                  <c:pt idx="114">
                    <c:v>460</c:v>
                  </c:pt>
                  <c:pt idx="115">
                    <c:v>464</c:v>
                  </c:pt>
                  <c:pt idx="116">
                    <c:v>468</c:v>
                  </c:pt>
                  <c:pt idx="117">
                    <c:v>472</c:v>
                  </c:pt>
                  <c:pt idx="118">
                    <c:v>476</c:v>
                  </c:pt>
                  <c:pt idx="119">
                    <c:v>480</c:v>
                  </c:pt>
                  <c:pt idx="120">
                    <c:v>484</c:v>
                  </c:pt>
                  <c:pt idx="121">
                    <c:v>488</c:v>
                  </c:pt>
                  <c:pt idx="122">
                    <c:v>492</c:v>
                  </c:pt>
                  <c:pt idx="123">
                    <c:v>496</c:v>
                  </c:pt>
                  <c:pt idx="124">
                    <c:v>500</c:v>
                  </c:pt>
                  <c:pt idx="125">
                    <c:v>504</c:v>
                  </c:pt>
                  <c:pt idx="126">
                    <c:v>508</c:v>
                  </c:pt>
                  <c:pt idx="127">
                    <c:v>512</c:v>
                  </c:pt>
                  <c:pt idx="128">
                    <c:v>516</c:v>
                  </c:pt>
                  <c:pt idx="129">
                    <c:v>520</c:v>
                  </c:pt>
                  <c:pt idx="130">
                    <c:v>524</c:v>
                  </c:pt>
                  <c:pt idx="131">
                    <c:v>528</c:v>
                  </c:pt>
                  <c:pt idx="132">
                    <c:v>532</c:v>
                  </c:pt>
                  <c:pt idx="133">
                    <c:v>536</c:v>
                  </c:pt>
                  <c:pt idx="134">
                    <c:v>540</c:v>
                  </c:pt>
                  <c:pt idx="135">
                    <c:v>544</c:v>
                  </c:pt>
                  <c:pt idx="136">
                    <c:v>548</c:v>
                  </c:pt>
                  <c:pt idx="137">
                    <c:v>552</c:v>
                  </c:pt>
                  <c:pt idx="138">
                    <c:v>556</c:v>
                  </c:pt>
                  <c:pt idx="139">
                    <c:v>560</c:v>
                  </c:pt>
                  <c:pt idx="140">
                    <c:v>564</c:v>
                  </c:pt>
                  <c:pt idx="141">
                    <c:v>568</c:v>
                  </c:pt>
                  <c:pt idx="142">
                    <c:v>572</c:v>
                  </c:pt>
                  <c:pt idx="143">
                    <c:v>576</c:v>
                  </c:pt>
                  <c:pt idx="144">
                    <c:v>580</c:v>
                  </c:pt>
                  <c:pt idx="145">
                    <c:v>584</c:v>
                  </c:pt>
                  <c:pt idx="146">
                    <c:v>588</c:v>
                  </c:pt>
                  <c:pt idx="147">
                    <c:v>592</c:v>
                  </c:pt>
                  <c:pt idx="148">
                    <c:v>596</c:v>
                  </c:pt>
                  <c:pt idx="149">
                    <c:v>600</c:v>
                  </c:pt>
                  <c:pt idx="150">
                    <c:v>604</c:v>
                  </c:pt>
                  <c:pt idx="151">
                    <c:v>608</c:v>
                  </c:pt>
                  <c:pt idx="152">
                    <c:v>612</c:v>
                  </c:pt>
                  <c:pt idx="153">
                    <c:v>616</c:v>
                  </c:pt>
                  <c:pt idx="154">
                    <c:v>620</c:v>
                  </c:pt>
                  <c:pt idx="155">
                    <c:v>624</c:v>
                  </c:pt>
                  <c:pt idx="156">
                    <c:v>628</c:v>
                  </c:pt>
                  <c:pt idx="157">
                    <c:v>632</c:v>
                  </c:pt>
                  <c:pt idx="158">
                    <c:v>636</c:v>
                  </c:pt>
                  <c:pt idx="159">
                    <c:v>640</c:v>
                  </c:pt>
                  <c:pt idx="160">
                    <c:v>644</c:v>
                  </c:pt>
                  <c:pt idx="161">
                    <c:v>648</c:v>
                  </c:pt>
                  <c:pt idx="162">
                    <c:v>652</c:v>
                  </c:pt>
                  <c:pt idx="163">
                    <c:v>656</c:v>
                  </c:pt>
                  <c:pt idx="164">
                    <c:v>660</c:v>
                  </c:pt>
                  <c:pt idx="165">
                    <c:v>664</c:v>
                  </c:pt>
                  <c:pt idx="166">
                    <c:v>668</c:v>
                  </c:pt>
                  <c:pt idx="167">
                    <c:v>672</c:v>
                  </c:pt>
                  <c:pt idx="168">
                    <c:v>676</c:v>
                  </c:pt>
                  <c:pt idx="169">
                    <c:v>680</c:v>
                  </c:pt>
                  <c:pt idx="170">
                    <c:v>684</c:v>
                  </c:pt>
                  <c:pt idx="171">
                    <c:v>688</c:v>
                  </c:pt>
                  <c:pt idx="172">
                    <c:v>692</c:v>
                  </c:pt>
                  <c:pt idx="173">
                    <c:v>696</c:v>
                  </c:pt>
                  <c:pt idx="174">
                    <c:v>700</c:v>
                  </c:pt>
                  <c:pt idx="175">
                    <c:v>704</c:v>
                  </c:pt>
                  <c:pt idx="176">
                    <c:v>708</c:v>
                  </c:pt>
                  <c:pt idx="177">
                    <c:v>712</c:v>
                  </c:pt>
                  <c:pt idx="178">
                    <c:v>716</c:v>
                  </c:pt>
                  <c:pt idx="179">
                    <c:v>720</c:v>
                  </c:pt>
                  <c:pt idx="180">
                    <c:v>724</c:v>
                  </c:pt>
                  <c:pt idx="181">
                    <c:v>728</c:v>
                  </c:pt>
                  <c:pt idx="182">
                    <c:v>732</c:v>
                  </c:pt>
                  <c:pt idx="183">
                    <c:v>736</c:v>
                  </c:pt>
                  <c:pt idx="184">
                    <c:v>740</c:v>
                  </c:pt>
                  <c:pt idx="185">
                    <c:v>744</c:v>
                  </c:pt>
                  <c:pt idx="186">
                    <c:v>748</c:v>
                  </c:pt>
                  <c:pt idx="187">
                    <c:v>752</c:v>
                  </c:pt>
                  <c:pt idx="188">
                    <c:v>756</c:v>
                  </c:pt>
                  <c:pt idx="189">
                    <c:v>760</c:v>
                  </c:pt>
                  <c:pt idx="190">
                    <c:v>764</c:v>
                  </c:pt>
                  <c:pt idx="191">
                    <c:v>768</c:v>
                  </c:pt>
                  <c:pt idx="192">
                    <c:v>772</c:v>
                  </c:pt>
                  <c:pt idx="193">
                    <c:v>776</c:v>
                  </c:pt>
                  <c:pt idx="194">
                    <c:v>780</c:v>
                  </c:pt>
                  <c:pt idx="195">
                    <c:v>784</c:v>
                  </c:pt>
                  <c:pt idx="196">
                    <c:v>788</c:v>
                  </c:pt>
                  <c:pt idx="197">
                    <c:v>792</c:v>
                  </c:pt>
                  <c:pt idx="198">
                    <c:v>796</c:v>
                  </c:pt>
                  <c:pt idx="199">
                    <c:v>800</c:v>
                  </c:pt>
                  <c:pt idx="200">
                    <c:v>804</c:v>
                  </c:pt>
                  <c:pt idx="201">
                    <c:v>808</c:v>
                  </c:pt>
                  <c:pt idx="202">
                    <c:v>812</c:v>
                  </c:pt>
                  <c:pt idx="203">
                    <c:v>816</c:v>
                  </c:pt>
                  <c:pt idx="204">
                    <c:v>820</c:v>
                  </c:pt>
                  <c:pt idx="205">
                    <c:v>824</c:v>
                  </c:pt>
                  <c:pt idx="206">
                    <c:v>828</c:v>
                  </c:pt>
                  <c:pt idx="207">
                    <c:v>832</c:v>
                  </c:pt>
                  <c:pt idx="208">
                    <c:v>836</c:v>
                  </c:pt>
                  <c:pt idx="209">
                    <c:v>840</c:v>
                  </c:pt>
                  <c:pt idx="210">
                    <c:v>844</c:v>
                  </c:pt>
                  <c:pt idx="211">
                    <c:v>848</c:v>
                  </c:pt>
                  <c:pt idx="212">
                    <c:v>852</c:v>
                  </c:pt>
                  <c:pt idx="213">
                    <c:v>856</c:v>
                  </c:pt>
                  <c:pt idx="214">
                    <c:v>860</c:v>
                  </c:pt>
                  <c:pt idx="215">
                    <c:v>864</c:v>
                  </c:pt>
                  <c:pt idx="216">
                    <c:v>868</c:v>
                  </c:pt>
                  <c:pt idx="217">
                    <c:v>872</c:v>
                  </c:pt>
                  <c:pt idx="218">
                    <c:v>876</c:v>
                  </c:pt>
                  <c:pt idx="219">
                    <c:v>880</c:v>
                  </c:pt>
                  <c:pt idx="220">
                    <c:v>884</c:v>
                  </c:pt>
                  <c:pt idx="221">
                    <c:v>888</c:v>
                  </c:pt>
                  <c:pt idx="222">
                    <c:v>892</c:v>
                  </c:pt>
                  <c:pt idx="223">
                    <c:v>896</c:v>
                  </c:pt>
                  <c:pt idx="224">
                    <c:v>900</c:v>
                  </c:pt>
                  <c:pt idx="225">
                    <c:v>904</c:v>
                  </c:pt>
                  <c:pt idx="226">
                    <c:v>908</c:v>
                  </c:pt>
                  <c:pt idx="227">
                    <c:v>912</c:v>
                  </c:pt>
                  <c:pt idx="228">
                    <c:v>916</c:v>
                  </c:pt>
                  <c:pt idx="229">
                    <c:v>920</c:v>
                  </c:pt>
                  <c:pt idx="230">
                    <c:v>924</c:v>
                  </c:pt>
                  <c:pt idx="231">
                    <c:v>928</c:v>
                  </c:pt>
                  <c:pt idx="232">
                    <c:v>932</c:v>
                  </c:pt>
                  <c:pt idx="233">
                    <c:v>936</c:v>
                  </c:pt>
                  <c:pt idx="234">
                    <c:v>940</c:v>
                  </c:pt>
                </c:lvl>
              </c:multiLvlStrCache>
            </c:multiLvlStrRef>
          </c:cat>
          <c:val>
            <c:numRef>
              <c:f>Sheet1!$B$2:$B$236</c:f>
              <c:numCache>
                <c:formatCode>General</c:formatCode>
                <c:ptCount val="235"/>
                <c:pt idx="0">
                  <c:v>0.45000000000000007</c:v>
                </c:pt>
                <c:pt idx="1">
                  <c:v>1.105</c:v>
                </c:pt>
                <c:pt idx="2">
                  <c:v>1.2850000000000001</c:v>
                </c:pt>
                <c:pt idx="3">
                  <c:v>2.5250000000000004</c:v>
                </c:pt>
                <c:pt idx="4">
                  <c:v>4.02</c:v>
                </c:pt>
                <c:pt idx="5">
                  <c:v>5.405</c:v>
                </c:pt>
                <c:pt idx="6">
                  <c:v>6.575</c:v>
                </c:pt>
                <c:pt idx="7">
                  <c:v>8.135</c:v>
                </c:pt>
                <c:pt idx="8">
                  <c:v>10.275</c:v>
                </c:pt>
                <c:pt idx="9">
                  <c:v>11.26</c:v>
                </c:pt>
                <c:pt idx="10">
                  <c:v>14.35</c:v>
                </c:pt>
                <c:pt idx="11">
                  <c:v>15.57</c:v>
                </c:pt>
                <c:pt idx="12">
                  <c:v>16.895</c:v>
                </c:pt>
                <c:pt idx="13">
                  <c:v>17.505000000000003</c:v>
                </c:pt>
                <c:pt idx="14">
                  <c:v>18.45</c:v>
                </c:pt>
                <c:pt idx="15">
                  <c:v>19.924999999999997</c:v>
                </c:pt>
                <c:pt idx="16">
                  <c:v>22.565</c:v>
                </c:pt>
                <c:pt idx="17">
                  <c:v>23.055</c:v>
                </c:pt>
                <c:pt idx="18">
                  <c:v>24.014999999999997</c:v>
                </c:pt>
                <c:pt idx="19">
                  <c:v>25.045</c:v>
                </c:pt>
                <c:pt idx="20">
                  <c:v>25.465</c:v>
                </c:pt>
                <c:pt idx="21">
                  <c:v>27.584999999999997</c:v>
                </c:pt>
                <c:pt idx="22">
                  <c:v>28.17</c:v>
                </c:pt>
                <c:pt idx="23">
                  <c:v>28.690000000000005</c:v>
                </c:pt>
                <c:pt idx="24">
                  <c:v>29.400000000000006</c:v>
                </c:pt>
                <c:pt idx="25">
                  <c:v>30.755</c:v>
                </c:pt>
                <c:pt idx="26">
                  <c:v>31.759999999999998</c:v>
                </c:pt>
                <c:pt idx="27">
                  <c:v>32.115</c:v>
                </c:pt>
                <c:pt idx="28">
                  <c:v>34.485</c:v>
                </c:pt>
                <c:pt idx="29">
                  <c:v>35.765</c:v>
                </c:pt>
                <c:pt idx="30">
                  <c:v>36.160000000000004</c:v>
                </c:pt>
                <c:pt idx="31">
                  <c:v>37.49</c:v>
                </c:pt>
                <c:pt idx="32">
                  <c:v>39.265</c:v>
                </c:pt>
                <c:pt idx="33">
                  <c:v>41.410000000000004</c:v>
                </c:pt>
                <c:pt idx="34">
                  <c:v>42.57</c:v>
                </c:pt>
                <c:pt idx="35">
                  <c:v>43.864999999999995</c:v>
                </c:pt>
                <c:pt idx="36">
                  <c:v>45.145</c:v>
                </c:pt>
                <c:pt idx="37">
                  <c:v>46.904999999999994</c:v>
                </c:pt>
                <c:pt idx="38">
                  <c:v>47.49</c:v>
                </c:pt>
                <c:pt idx="39">
                  <c:v>48.83</c:v>
                </c:pt>
                <c:pt idx="40">
                  <c:v>49.834999999999994</c:v>
                </c:pt>
                <c:pt idx="41">
                  <c:v>50.839999999999996</c:v>
                </c:pt>
                <c:pt idx="42">
                  <c:v>52.019999999999996</c:v>
                </c:pt>
                <c:pt idx="43">
                  <c:v>52.935</c:v>
                </c:pt>
                <c:pt idx="44">
                  <c:v>55.48500000000001</c:v>
                </c:pt>
                <c:pt idx="45">
                  <c:v>55.915000000000006</c:v>
                </c:pt>
                <c:pt idx="46">
                  <c:v>57.935</c:v>
                </c:pt>
                <c:pt idx="47">
                  <c:v>59.620000000000005</c:v>
                </c:pt>
                <c:pt idx="48">
                  <c:v>61.755</c:v>
                </c:pt>
                <c:pt idx="49">
                  <c:v>62.72</c:v>
                </c:pt>
                <c:pt idx="50">
                  <c:v>63.26499999999999</c:v>
                </c:pt>
                <c:pt idx="51">
                  <c:v>64.09499999999998</c:v>
                </c:pt>
                <c:pt idx="52">
                  <c:v>65.34</c:v>
                </c:pt>
                <c:pt idx="53">
                  <c:v>65.68</c:v>
                </c:pt>
                <c:pt idx="54">
                  <c:v>67.155</c:v>
                </c:pt>
                <c:pt idx="55">
                  <c:v>69.65</c:v>
                </c:pt>
                <c:pt idx="56">
                  <c:v>70.085</c:v>
                </c:pt>
                <c:pt idx="57">
                  <c:v>70.52499999999999</c:v>
                </c:pt>
                <c:pt idx="58">
                  <c:v>72.575</c:v>
                </c:pt>
                <c:pt idx="59">
                  <c:v>73.85999999999999</c:v>
                </c:pt>
                <c:pt idx="60">
                  <c:v>74.795</c:v>
                </c:pt>
                <c:pt idx="61">
                  <c:v>75.3</c:v>
                </c:pt>
                <c:pt idx="62">
                  <c:v>76.05999999999999</c:v>
                </c:pt>
                <c:pt idx="63">
                  <c:v>77.69999999999999</c:v>
                </c:pt>
                <c:pt idx="64">
                  <c:v>78.225</c:v>
                </c:pt>
                <c:pt idx="65">
                  <c:v>80.255</c:v>
                </c:pt>
                <c:pt idx="66">
                  <c:v>80.745</c:v>
                </c:pt>
                <c:pt idx="67">
                  <c:v>82.75</c:v>
                </c:pt>
                <c:pt idx="68">
                  <c:v>83.665</c:v>
                </c:pt>
                <c:pt idx="69">
                  <c:v>84.8</c:v>
                </c:pt>
                <c:pt idx="70">
                  <c:v>85.605</c:v>
                </c:pt>
                <c:pt idx="71">
                  <c:v>86.795</c:v>
                </c:pt>
                <c:pt idx="72">
                  <c:v>87.495</c:v>
                </c:pt>
                <c:pt idx="73">
                  <c:v>89.36500000000001</c:v>
                </c:pt>
                <c:pt idx="74">
                  <c:v>90.71000000000001</c:v>
                </c:pt>
                <c:pt idx="75">
                  <c:v>91.745</c:v>
                </c:pt>
                <c:pt idx="76">
                  <c:v>92.975</c:v>
                </c:pt>
                <c:pt idx="77">
                  <c:v>93.52000000000001</c:v>
                </c:pt>
                <c:pt idx="78">
                  <c:v>94.49000000000001</c:v>
                </c:pt>
                <c:pt idx="79">
                  <c:v>96.28</c:v>
                </c:pt>
                <c:pt idx="80">
                  <c:v>97.09</c:v>
                </c:pt>
                <c:pt idx="81">
                  <c:v>97.8</c:v>
                </c:pt>
                <c:pt idx="82">
                  <c:v>99.25</c:v>
                </c:pt>
                <c:pt idx="83">
                  <c:v>99.70000000000002</c:v>
                </c:pt>
                <c:pt idx="84">
                  <c:v>99.675</c:v>
                </c:pt>
                <c:pt idx="85">
                  <c:v>99.7</c:v>
                </c:pt>
                <c:pt idx="86">
                  <c:v>99.44500000000001</c:v>
                </c:pt>
                <c:pt idx="87">
                  <c:v>99.405</c:v>
                </c:pt>
                <c:pt idx="88">
                  <c:v>99.87</c:v>
                </c:pt>
                <c:pt idx="89">
                  <c:v>99.635</c:v>
                </c:pt>
                <c:pt idx="90">
                  <c:v>99.56</c:v>
                </c:pt>
                <c:pt idx="91">
                  <c:v>99.74499999999999</c:v>
                </c:pt>
                <c:pt idx="92">
                  <c:v>99.13499999999999</c:v>
                </c:pt>
                <c:pt idx="93">
                  <c:v>99.67999999999999</c:v>
                </c:pt>
                <c:pt idx="94">
                  <c:v>98.86</c:v>
                </c:pt>
                <c:pt idx="95">
                  <c:v>99.5</c:v>
                </c:pt>
                <c:pt idx="96">
                  <c:v>99.935</c:v>
                </c:pt>
                <c:pt idx="97">
                  <c:v>99.25500000000001</c:v>
                </c:pt>
                <c:pt idx="98">
                  <c:v>99.47500000000001</c:v>
                </c:pt>
                <c:pt idx="99">
                  <c:v>99.775</c:v>
                </c:pt>
                <c:pt idx="100">
                  <c:v>99.25</c:v>
                </c:pt>
                <c:pt idx="101">
                  <c:v>99.345</c:v>
                </c:pt>
                <c:pt idx="102">
                  <c:v>99.51</c:v>
                </c:pt>
                <c:pt idx="103">
                  <c:v>99.42999999999999</c:v>
                </c:pt>
                <c:pt idx="104">
                  <c:v>98.91499999999999</c:v>
                </c:pt>
                <c:pt idx="105">
                  <c:v>99.685</c:v>
                </c:pt>
                <c:pt idx="106">
                  <c:v>98.595</c:v>
                </c:pt>
                <c:pt idx="107">
                  <c:v>98.39500000000001</c:v>
                </c:pt>
                <c:pt idx="108">
                  <c:v>98.40500000000002</c:v>
                </c:pt>
                <c:pt idx="109">
                  <c:v>98.565</c:v>
                </c:pt>
                <c:pt idx="110">
                  <c:v>99.30499999999999</c:v>
                </c:pt>
                <c:pt idx="111">
                  <c:v>99.705</c:v>
                </c:pt>
                <c:pt idx="112">
                  <c:v>98.945</c:v>
                </c:pt>
                <c:pt idx="113">
                  <c:v>99.265</c:v>
                </c:pt>
                <c:pt idx="114">
                  <c:v>98.92</c:v>
                </c:pt>
                <c:pt idx="115">
                  <c:v>98.705</c:v>
                </c:pt>
                <c:pt idx="116">
                  <c:v>98.9</c:v>
                </c:pt>
                <c:pt idx="117">
                  <c:v>99.35000000000001</c:v>
                </c:pt>
                <c:pt idx="118">
                  <c:v>99.58</c:v>
                </c:pt>
                <c:pt idx="119">
                  <c:v>99.36</c:v>
                </c:pt>
                <c:pt idx="120">
                  <c:v>98.46</c:v>
                </c:pt>
                <c:pt idx="121">
                  <c:v>98.115</c:v>
                </c:pt>
                <c:pt idx="122">
                  <c:v>98.86500000000001</c:v>
                </c:pt>
                <c:pt idx="123">
                  <c:v>99.11999999999999</c:v>
                </c:pt>
                <c:pt idx="124">
                  <c:v>98.85</c:v>
                </c:pt>
                <c:pt idx="125">
                  <c:v>98.825</c:v>
                </c:pt>
                <c:pt idx="126">
                  <c:v>99.07</c:v>
                </c:pt>
                <c:pt idx="127">
                  <c:v>99.51</c:v>
                </c:pt>
                <c:pt idx="128">
                  <c:v>99.21</c:v>
                </c:pt>
                <c:pt idx="129">
                  <c:v>99.265</c:v>
                </c:pt>
                <c:pt idx="130">
                  <c:v>99.52499999999999</c:v>
                </c:pt>
                <c:pt idx="131">
                  <c:v>99.06</c:v>
                </c:pt>
                <c:pt idx="132">
                  <c:v>98.99</c:v>
                </c:pt>
                <c:pt idx="133">
                  <c:v>98.91499999999999</c:v>
                </c:pt>
                <c:pt idx="134">
                  <c:v>98.935</c:v>
                </c:pt>
                <c:pt idx="135">
                  <c:v>98.97</c:v>
                </c:pt>
                <c:pt idx="136">
                  <c:v>99.27999999999999</c:v>
                </c:pt>
                <c:pt idx="137">
                  <c:v>98.75</c:v>
                </c:pt>
                <c:pt idx="138">
                  <c:v>99.5</c:v>
                </c:pt>
                <c:pt idx="139">
                  <c:v>99.505</c:v>
                </c:pt>
                <c:pt idx="140">
                  <c:v>98.61500000000001</c:v>
                </c:pt>
                <c:pt idx="141">
                  <c:v>99.01500000000001</c:v>
                </c:pt>
                <c:pt idx="142">
                  <c:v>99.115</c:v>
                </c:pt>
                <c:pt idx="143">
                  <c:v>99.425</c:v>
                </c:pt>
                <c:pt idx="144">
                  <c:v>99.76499999999999</c:v>
                </c:pt>
                <c:pt idx="145">
                  <c:v>99.62</c:v>
                </c:pt>
                <c:pt idx="146">
                  <c:v>98.96499999999999</c:v>
                </c:pt>
                <c:pt idx="147">
                  <c:v>99.00999999999999</c:v>
                </c:pt>
                <c:pt idx="148">
                  <c:v>99.205</c:v>
                </c:pt>
                <c:pt idx="149">
                  <c:v>99.485</c:v>
                </c:pt>
                <c:pt idx="150">
                  <c:v>99.27</c:v>
                </c:pt>
                <c:pt idx="151">
                  <c:v>99.00500000000001</c:v>
                </c:pt>
                <c:pt idx="152">
                  <c:v>99.13</c:v>
                </c:pt>
                <c:pt idx="153">
                  <c:v>99.42</c:v>
                </c:pt>
                <c:pt idx="154">
                  <c:v>99.37499999999999</c:v>
                </c:pt>
                <c:pt idx="155">
                  <c:v>99.35000000000001</c:v>
                </c:pt>
                <c:pt idx="156">
                  <c:v>98.78</c:v>
                </c:pt>
                <c:pt idx="157">
                  <c:v>99.38</c:v>
                </c:pt>
                <c:pt idx="158">
                  <c:v>99.435</c:v>
                </c:pt>
                <c:pt idx="159">
                  <c:v>98.575</c:v>
                </c:pt>
                <c:pt idx="160">
                  <c:v>98.875</c:v>
                </c:pt>
                <c:pt idx="161">
                  <c:v>98.91</c:v>
                </c:pt>
                <c:pt idx="162">
                  <c:v>99.44999999999999</c:v>
                </c:pt>
                <c:pt idx="163">
                  <c:v>99.515</c:v>
                </c:pt>
                <c:pt idx="164">
                  <c:v>99.15499999999999</c:v>
                </c:pt>
                <c:pt idx="165">
                  <c:v>98.515</c:v>
                </c:pt>
                <c:pt idx="166">
                  <c:v>99.02</c:v>
                </c:pt>
                <c:pt idx="167">
                  <c:v>99.02</c:v>
                </c:pt>
                <c:pt idx="168">
                  <c:v>98.885</c:v>
                </c:pt>
                <c:pt idx="169">
                  <c:v>99.015</c:v>
                </c:pt>
                <c:pt idx="170">
                  <c:v>98.55499999999999</c:v>
                </c:pt>
                <c:pt idx="171">
                  <c:v>98.83</c:v>
                </c:pt>
                <c:pt idx="172">
                  <c:v>98.30499999999999</c:v>
                </c:pt>
                <c:pt idx="173">
                  <c:v>97.30499999999999</c:v>
                </c:pt>
                <c:pt idx="174">
                  <c:v>97.96000000000001</c:v>
                </c:pt>
                <c:pt idx="175">
                  <c:v>98.8</c:v>
                </c:pt>
                <c:pt idx="176">
                  <c:v>98.49</c:v>
                </c:pt>
                <c:pt idx="177">
                  <c:v>99.595</c:v>
                </c:pt>
                <c:pt idx="178">
                  <c:v>99.66999999999999</c:v>
                </c:pt>
                <c:pt idx="179">
                  <c:v>97.705</c:v>
                </c:pt>
                <c:pt idx="180">
                  <c:v>98.585</c:v>
                </c:pt>
                <c:pt idx="181">
                  <c:v>98.895</c:v>
                </c:pt>
                <c:pt idx="182">
                  <c:v>99.265</c:v>
                </c:pt>
                <c:pt idx="183">
                  <c:v>99.045</c:v>
                </c:pt>
                <c:pt idx="184">
                  <c:v>99.31</c:v>
                </c:pt>
                <c:pt idx="185">
                  <c:v>98.37</c:v>
                </c:pt>
                <c:pt idx="186">
                  <c:v>98.315</c:v>
                </c:pt>
                <c:pt idx="187">
                  <c:v>99.315</c:v>
                </c:pt>
                <c:pt idx="188">
                  <c:v>99.25999999999999</c:v>
                </c:pt>
                <c:pt idx="189">
                  <c:v>99.435</c:v>
                </c:pt>
                <c:pt idx="190">
                  <c:v>98.695</c:v>
                </c:pt>
                <c:pt idx="191">
                  <c:v>98.795</c:v>
                </c:pt>
                <c:pt idx="192">
                  <c:v>99.25500000000001</c:v>
                </c:pt>
                <c:pt idx="193">
                  <c:v>98.36500000000001</c:v>
                </c:pt>
                <c:pt idx="194">
                  <c:v>98.335</c:v>
                </c:pt>
                <c:pt idx="195">
                  <c:v>98.335</c:v>
                </c:pt>
                <c:pt idx="196">
                  <c:v>98.22999999999999</c:v>
                </c:pt>
                <c:pt idx="197">
                  <c:v>98.63</c:v>
                </c:pt>
                <c:pt idx="198">
                  <c:v>98.985</c:v>
                </c:pt>
                <c:pt idx="199">
                  <c:v>98.95</c:v>
                </c:pt>
                <c:pt idx="200">
                  <c:v>99.125</c:v>
                </c:pt>
                <c:pt idx="201">
                  <c:v>99.125</c:v>
                </c:pt>
                <c:pt idx="202">
                  <c:v>98.46000000000001</c:v>
                </c:pt>
                <c:pt idx="203">
                  <c:v>97.81</c:v>
                </c:pt>
                <c:pt idx="204">
                  <c:v>97.81</c:v>
                </c:pt>
                <c:pt idx="205">
                  <c:v>97.81</c:v>
                </c:pt>
                <c:pt idx="206">
                  <c:v>97.81500000000001</c:v>
                </c:pt>
                <c:pt idx="207">
                  <c:v>97.81500000000001</c:v>
                </c:pt>
                <c:pt idx="208">
                  <c:v>98.44500000000001</c:v>
                </c:pt>
                <c:pt idx="209">
                  <c:v>98.24</c:v>
                </c:pt>
                <c:pt idx="210">
                  <c:v>98.24</c:v>
                </c:pt>
                <c:pt idx="211">
                  <c:v>98.24</c:v>
                </c:pt>
                <c:pt idx="212">
                  <c:v>98.24</c:v>
                </c:pt>
                <c:pt idx="213">
                  <c:v>97.30499999999999</c:v>
                </c:pt>
                <c:pt idx="214">
                  <c:v>97.30499999999999</c:v>
                </c:pt>
                <c:pt idx="215">
                  <c:v>97.30499999999999</c:v>
                </c:pt>
                <c:pt idx="216">
                  <c:v>97.52499999999999</c:v>
                </c:pt>
                <c:pt idx="217">
                  <c:v>97.52499999999999</c:v>
                </c:pt>
                <c:pt idx="218">
                  <c:v>97.52499999999999</c:v>
                </c:pt>
                <c:pt idx="219">
                  <c:v>97.52499999999999</c:v>
                </c:pt>
                <c:pt idx="220">
                  <c:v>96.78</c:v>
                </c:pt>
                <c:pt idx="221">
                  <c:v>96.78</c:v>
                </c:pt>
                <c:pt idx="222">
                  <c:v>96.78</c:v>
                </c:pt>
                <c:pt idx="223">
                  <c:v>96.78</c:v>
                </c:pt>
                <c:pt idx="224">
                  <c:v>96.79500000000002</c:v>
                </c:pt>
                <c:pt idx="225">
                  <c:v>96.79500000000002</c:v>
                </c:pt>
                <c:pt idx="226">
                  <c:v>96.79500000000002</c:v>
                </c:pt>
                <c:pt idx="227">
                  <c:v>96.79500000000002</c:v>
                </c:pt>
                <c:pt idx="228">
                  <c:v>95.565</c:v>
                </c:pt>
                <c:pt idx="229">
                  <c:v>95.565</c:v>
                </c:pt>
                <c:pt idx="230">
                  <c:v>95.565</c:v>
                </c:pt>
                <c:pt idx="231">
                  <c:v>95.565</c:v>
                </c:pt>
                <c:pt idx="232">
                  <c:v>95.565</c:v>
                </c:pt>
                <c:pt idx="233">
                  <c:v>95.565</c:v>
                </c:pt>
                <c:pt idx="234">
                  <c:v>95.565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Decode instance</c:v>
                </c:pt>
              </c:strCache>
            </c:strRef>
          </c:tx>
          <c:spPr>
            <a:solidFill>
              <a:srgbClr val="E69F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Sheet1!$A$2:$A$236</c:f>
              <c:multiLvlStrCache>
                <c:ptCount val="235"/>
                <c:lvl>
                  <c:pt idx="0">
                    <c:v>4</c:v>
                  </c:pt>
                  <c:pt idx="1">
                    <c:v>8</c:v>
                  </c:pt>
                  <c:pt idx="2">
                    <c:v>12</c:v>
                  </c:pt>
                  <c:pt idx="3">
                    <c:v>16</c:v>
                  </c:pt>
                  <c:pt idx="4">
                    <c:v>20</c:v>
                  </c:pt>
                  <c:pt idx="5">
                    <c:v>24</c:v>
                  </c:pt>
                  <c:pt idx="6">
                    <c:v>28</c:v>
                  </c:pt>
                  <c:pt idx="7">
                    <c:v>32</c:v>
                  </c:pt>
                  <c:pt idx="8">
                    <c:v>36</c:v>
                  </c:pt>
                  <c:pt idx="9">
                    <c:v>40</c:v>
                  </c:pt>
                  <c:pt idx="10">
                    <c:v>44</c:v>
                  </c:pt>
                  <c:pt idx="11">
                    <c:v>48</c:v>
                  </c:pt>
                  <c:pt idx="12">
                    <c:v>52</c:v>
                  </c:pt>
                  <c:pt idx="13">
                    <c:v>56</c:v>
                  </c:pt>
                  <c:pt idx="14">
                    <c:v>60</c:v>
                  </c:pt>
                  <c:pt idx="15">
                    <c:v>64</c:v>
                  </c:pt>
                  <c:pt idx="16">
                    <c:v>68</c:v>
                  </c:pt>
                  <c:pt idx="17">
                    <c:v>72</c:v>
                  </c:pt>
                  <c:pt idx="18">
                    <c:v>76</c:v>
                  </c:pt>
                  <c:pt idx="19">
                    <c:v>80</c:v>
                  </c:pt>
                  <c:pt idx="20">
                    <c:v>84</c:v>
                  </c:pt>
                  <c:pt idx="21">
                    <c:v>88</c:v>
                  </c:pt>
                  <c:pt idx="22">
                    <c:v>92</c:v>
                  </c:pt>
                  <c:pt idx="23">
                    <c:v>96</c:v>
                  </c:pt>
                  <c:pt idx="24">
                    <c:v>100</c:v>
                  </c:pt>
                  <c:pt idx="25">
                    <c:v>104</c:v>
                  </c:pt>
                  <c:pt idx="26">
                    <c:v>108</c:v>
                  </c:pt>
                  <c:pt idx="27">
                    <c:v>112</c:v>
                  </c:pt>
                  <c:pt idx="28">
                    <c:v>116</c:v>
                  </c:pt>
                  <c:pt idx="29">
                    <c:v>120</c:v>
                  </c:pt>
                  <c:pt idx="30">
                    <c:v>124</c:v>
                  </c:pt>
                  <c:pt idx="31">
                    <c:v>128</c:v>
                  </c:pt>
                  <c:pt idx="32">
                    <c:v>132</c:v>
                  </c:pt>
                  <c:pt idx="33">
                    <c:v>136</c:v>
                  </c:pt>
                  <c:pt idx="34">
                    <c:v>140</c:v>
                  </c:pt>
                  <c:pt idx="35">
                    <c:v>144</c:v>
                  </c:pt>
                  <c:pt idx="36">
                    <c:v>148</c:v>
                  </c:pt>
                  <c:pt idx="37">
                    <c:v>152</c:v>
                  </c:pt>
                  <c:pt idx="38">
                    <c:v>156</c:v>
                  </c:pt>
                  <c:pt idx="39">
                    <c:v>160</c:v>
                  </c:pt>
                  <c:pt idx="40">
                    <c:v>164</c:v>
                  </c:pt>
                  <c:pt idx="41">
                    <c:v>168</c:v>
                  </c:pt>
                  <c:pt idx="42">
                    <c:v>172</c:v>
                  </c:pt>
                  <c:pt idx="43">
                    <c:v>176</c:v>
                  </c:pt>
                  <c:pt idx="44">
                    <c:v>180</c:v>
                  </c:pt>
                  <c:pt idx="45">
                    <c:v>184</c:v>
                  </c:pt>
                  <c:pt idx="46">
                    <c:v>188</c:v>
                  </c:pt>
                  <c:pt idx="47">
                    <c:v>192</c:v>
                  </c:pt>
                  <c:pt idx="48">
                    <c:v>196</c:v>
                  </c:pt>
                  <c:pt idx="49">
                    <c:v>200</c:v>
                  </c:pt>
                  <c:pt idx="50">
                    <c:v>204</c:v>
                  </c:pt>
                  <c:pt idx="51">
                    <c:v>208</c:v>
                  </c:pt>
                  <c:pt idx="52">
                    <c:v>212</c:v>
                  </c:pt>
                  <c:pt idx="53">
                    <c:v>216</c:v>
                  </c:pt>
                  <c:pt idx="54">
                    <c:v>220</c:v>
                  </c:pt>
                  <c:pt idx="55">
                    <c:v>224</c:v>
                  </c:pt>
                  <c:pt idx="56">
                    <c:v>228</c:v>
                  </c:pt>
                  <c:pt idx="57">
                    <c:v>232</c:v>
                  </c:pt>
                  <c:pt idx="58">
                    <c:v>236</c:v>
                  </c:pt>
                  <c:pt idx="59">
                    <c:v>240</c:v>
                  </c:pt>
                  <c:pt idx="60">
                    <c:v>244</c:v>
                  </c:pt>
                  <c:pt idx="61">
                    <c:v>248</c:v>
                  </c:pt>
                  <c:pt idx="62">
                    <c:v>252</c:v>
                  </c:pt>
                  <c:pt idx="63">
                    <c:v>256</c:v>
                  </c:pt>
                  <c:pt idx="64">
                    <c:v>260</c:v>
                  </c:pt>
                  <c:pt idx="65">
                    <c:v>264</c:v>
                  </c:pt>
                  <c:pt idx="66">
                    <c:v>268</c:v>
                  </c:pt>
                  <c:pt idx="67">
                    <c:v>272</c:v>
                  </c:pt>
                  <c:pt idx="68">
                    <c:v>276</c:v>
                  </c:pt>
                  <c:pt idx="69">
                    <c:v>280</c:v>
                  </c:pt>
                  <c:pt idx="70">
                    <c:v>284</c:v>
                  </c:pt>
                  <c:pt idx="71">
                    <c:v>288</c:v>
                  </c:pt>
                  <c:pt idx="72">
                    <c:v>292</c:v>
                  </c:pt>
                  <c:pt idx="73">
                    <c:v>296</c:v>
                  </c:pt>
                  <c:pt idx="74">
                    <c:v>300</c:v>
                  </c:pt>
                  <c:pt idx="75">
                    <c:v>304</c:v>
                  </c:pt>
                  <c:pt idx="76">
                    <c:v>308</c:v>
                  </c:pt>
                  <c:pt idx="77">
                    <c:v>312</c:v>
                  </c:pt>
                  <c:pt idx="78">
                    <c:v>316</c:v>
                  </c:pt>
                  <c:pt idx="79">
                    <c:v>320</c:v>
                  </c:pt>
                  <c:pt idx="80">
                    <c:v>324</c:v>
                  </c:pt>
                  <c:pt idx="81">
                    <c:v>328</c:v>
                  </c:pt>
                  <c:pt idx="82">
                    <c:v>332</c:v>
                  </c:pt>
                  <c:pt idx="83">
                    <c:v>336</c:v>
                  </c:pt>
                  <c:pt idx="84">
                    <c:v>340</c:v>
                  </c:pt>
                  <c:pt idx="85">
                    <c:v>344</c:v>
                  </c:pt>
                  <c:pt idx="86">
                    <c:v>348</c:v>
                  </c:pt>
                  <c:pt idx="87">
                    <c:v>352</c:v>
                  </c:pt>
                  <c:pt idx="88">
                    <c:v>356</c:v>
                  </c:pt>
                  <c:pt idx="89">
                    <c:v>360</c:v>
                  </c:pt>
                  <c:pt idx="90">
                    <c:v>364</c:v>
                  </c:pt>
                  <c:pt idx="91">
                    <c:v>368</c:v>
                  </c:pt>
                  <c:pt idx="92">
                    <c:v>372</c:v>
                  </c:pt>
                  <c:pt idx="93">
                    <c:v>376</c:v>
                  </c:pt>
                  <c:pt idx="94">
                    <c:v>380</c:v>
                  </c:pt>
                  <c:pt idx="95">
                    <c:v>384</c:v>
                  </c:pt>
                  <c:pt idx="96">
                    <c:v>388</c:v>
                  </c:pt>
                  <c:pt idx="97">
                    <c:v>392</c:v>
                  </c:pt>
                  <c:pt idx="98">
                    <c:v>396</c:v>
                  </c:pt>
                  <c:pt idx="99">
                    <c:v>400</c:v>
                  </c:pt>
                  <c:pt idx="100">
                    <c:v>404</c:v>
                  </c:pt>
                  <c:pt idx="101">
                    <c:v>408</c:v>
                  </c:pt>
                  <c:pt idx="102">
                    <c:v>412</c:v>
                  </c:pt>
                  <c:pt idx="103">
                    <c:v>416</c:v>
                  </c:pt>
                  <c:pt idx="104">
                    <c:v>420</c:v>
                  </c:pt>
                  <c:pt idx="105">
                    <c:v>424</c:v>
                  </c:pt>
                  <c:pt idx="106">
                    <c:v>428</c:v>
                  </c:pt>
                  <c:pt idx="107">
                    <c:v>432</c:v>
                  </c:pt>
                  <c:pt idx="108">
                    <c:v>436</c:v>
                  </c:pt>
                  <c:pt idx="109">
                    <c:v>440</c:v>
                  </c:pt>
                  <c:pt idx="110">
                    <c:v>444</c:v>
                  </c:pt>
                  <c:pt idx="111">
                    <c:v>448</c:v>
                  </c:pt>
                  <c:pt idx="112">
                    <c:v>452</c:v>
                  </c:pt>
                  <c:pt idx="113">
                    <c:v>456</c:v>
                  </c:pt>
                  <c:pt idx="114">
                    <c:v>460</c:v>
                  </c:pt>
                  <c:pt idx="115">
                    <c:v>464</c:v>
                  </c:pt>
                  <c:pt idx="116">
                    <c:v>468</c:v>
                  </c:pt>
                  <c:pt idx="117">
                    <c:v>472</c:v>
                  </c:pt>
                  <c:pt idx="118">
                    <c:v>476</c:v>
                  </c:pt>
                  <c:pt idx="119">
                    <c:v>480</c:v>
                  </c:pt>
                  <c:pt idx="120">
                    <c:v>484</c:v>
                  </c:pt>
                  <c:pt idx="121">
                    <c:v>488</c:v>
                  </c:pt>
                  <c:pt idx="122">
                    <c:v>492</c:v>
                  </c:pt>
                  <c:pt idx="123">
                    <c:v>496</c:v>
                  </c:pt>
                  <c:pt idx="124">
                    <c:v>500</c:v>
                  </c:pt>
                  <c:pt idx="125">
                    <c:v>504</c:v>
                  </c:pt>
                  <c:pt idx="126">
                    <c:v>508</c:v>
                  </c:pt>
                  <c:pt idx="127">
                    <c:v>512</c:v>
                  </c:pt>
                  <c:pt idx="128">
                    <c:v>516</c:v>
                  </c:pt>
                  <c:pt idx="129">
                    <c:v>520</c:v>
                  </c:pt>
                  <c:pt idx="130">
                    <c:v>524</c:v>
                  </c:pt>
                  <c:pt idx="131">
                    <c:v>528</c:v>
                  </c:pt>
                  <c:pt idx="132">
                    <c:v>532</c:v>
                  </c:pt>
                  <c:pt idx="133">
                    <c:v>536</c:v>
                  </c:pt>
                  <c:pt idx="134">
                    <c:v>540</c:v>
                  </c:pt>
                  <c:pt idx="135">
                    <c:v>544</c:v>
                  </c:pt>
                  <c:pt idx="136">
                    <c:v>548</c:v>
                  </c:pt>
                  <c:pt idx="137">
                    <c:v>552</c:v>
                  </c:pt>
                  <c:pt idx="138">
                    <c:v>556</c:v>
                  </c:pt>
                  <c:pt idx="139">
                    <c:v>560</c:v>
                  </c:pt>
                  <c:pt idx="140">
                    <c:v>564</c:v>
                  </c:pt>
                  <c:pt idx="141">
                    <c:v>568</c:v>
                  </c:pt>
                  <c:pt idx="142">
                    <c:v>572</c:v>
                  </c:pt>
                  <c:pt idx="143">
                    <c:v>576</c:v>
                  </c:pt>
                  <c:pt idx="144">
                    <c:v>580</c:v>
                  </c:pt>
                  <c:pt idx="145">
                    <c:v>584</c:v>
                  </c:pt>
                  <c:pt idx="146">
                    <c:v>588</c:v>
                  </c:pt>
                  <c:pt idx="147">
                    <c:v>592</c:v>
                  </c:pt>
                  <c:pt idx="148">
                    <c:v>596</c:v>
                  </c:pt>
                  <c:pt idx="149">
                    <c:v>600</c:v>
                  </c:pt>
                  <c:pt idx="150">
                    <c:v>604</c:v>
                  </c:pt>
                  <c:pt idx="151">
                    <c:v>608</c:v>
                  </c:pt>
                  <c:pt idx="152">
                    <c:v>612</c:v>
                  </c:pt>
                  <c:pt idx="153">
                    <c:v>616</c:v>
                  </c:pt>
                  <c:pt idx="154">
                    <c:v>620</c:v>
                  </c:pt>
                  <c:pt idx="155">
                    <c:v>624</c:v>
                  </c:pt>
                  <c:pt idx="156">
                    <c:v>628</c:v>
                  </c:pt>
                  <c:pt idx="157">
                    <c:v>632</c:v>
                  </c:pt>
                  <c:pt idx="158">
                    <c:v>636</c:v>
                  </c:pt>
                  <c:pt idx="159">
                    <c:v>640</c:v>
                  </c:pt>
                  <c:pt idx="160">
                    <c:v>644</c:v>
                  </c:pt>
                  <c:pt idx="161">
                    <c:v>648</c:v>
                  </c:pt>
                  <c:pt idx="162">
                    <c:v>652</c:v>
                  </c:pt>
                  <c:pt idx="163">
                    <c:v>656</c:v>
                  </c:pt>
                  <c:pt idx="164">
                    <c:v>660</c:v>
                  </c:pt>
                  <c:pt idx="165">
                    <c:v>664</c:v>
                  </c:pt>
                  <c:pt idx="166">
                    <c:v>668</c:v>
                  </c:pt>
                  <c:pt idx="167">
                    <c:v>672</c:v>
                  </c:pt>
                  <c:pt idx="168">
                    <c:v>676</c:v>
                  </c:pt>
                  <c:pt idx="169">
                    <c:v>680</c:v>
                  </c:pt>
                  <c:pt idx="170">
                    <c:v>684</c:v>
                  </c:pt>
                  <c:pt idx="171">
                    <c:v>688</c:v>
                  </c:pt>
                  <c:pt idx="172">
                    <c:v>692</c:v>
                  </c:pt>
                  <c:pt idx="173">
                    <c:v>696</c:v>
                  </c:pt>
                  <c:pt idx="174">
                    <c:v>700</c:v>
                  </c:pt>
                  <c:pt idx="175">
                    <c:v>704</c:v>
                  </c:pt>
                  <c:pt idx="176">
                    <c:v>708</c:v>
                  </c:pt>
                  <c:pt idx="177">
                    <c:v>712</c:v>
                  </c:pt>
                  <c:pt idx="178">
                    <c:v>716</c:v>
                  </c:pt>
                  <c:pt idx="179">
                    <c:v>720</c:v>
                  </c:pt>
                  <c:pt idx="180">
                    <c:v>724</c:v>
                  </c:pt>
                  <c:pt idx="181">
                    <c:v>728</c:v>
                  </c:pt>
                  <c:pt idx="182">
                    <c:v>732</c:v>
                  </c:pt>
                  <c:pt idx="183">
                    <c:v>736</c:v>
                  </c:pt>
                  <c:pt idx="184">
                    <c:v>740</c:v>
                  </c:pt>
                  <c:pt idx="185">
                    <c:v>744</c:v>
                  </c:pt>
                  <c:pt idx="186">
                    <c:v>748</c:v>
                  </c:pt>
                  <c:pt idx="187">
                    <c:v>752</c:v>
                  </c:pt>
                  <c:pt idx="188">
                    <c:v>756</c:v>
                  </c:pt>
                  <c:pt idx="189">
                    <c:v>760</c:v>
                  </c:pt>
                  <c:pt idx="190">
                    <c:v>764</c:v>
                  </c:pt>
                  <c:pt idx="191">
                    <c:v>768</c:v>
                  </c:pt>
                  <c:pt idx="192">
                    <c:v>772</c:v>
                  </c:pt>
                  <c:pt idx="193">
                    <c:v>776</c:v>
                  </c:pt>
                  <c:pt idx="194">
                    <c:v>780</c:v>
                  </c:pt>
                  <c:pt idx="195">
                    <c:v>784</c:v>
                  </c:pt>
                  <c:pt idx="196">
                    <c:v>788</c:v>
                  </c:pt>
                  <c:pt idx="197">
                    <c:v>792</c:v>
                  </c:pt>
                  <c:pt idx="198">
                    <c:v>796</c:v>
                  </c:pt>
                  <c:pt idx="199">
                    <c:v>800</c:v>
                  </c:pt>
                  <c:pt idx="200">
                    <c:v>804</c:v>
                  </c:pt>
                  <c:pt idx="201">
                    <c:v>808</c:v>
                  </c:pt>
                  <c:pt idx="202">
                    <c:v>812</c:v>
                  </c:pt>
                  <c:pt idx="203">
                    <c:v>816</c:v>
                  </c:pt>
                  <c:pt idx="204">
                    <c:v>820</c:v>
                  </c:pt>
                  <c:pt idx="205">
                    <c:v>824</c:v>
                  </c:pt>
                  <c:pt idx="206">
                    <c:v>828</c:v>
                  </c:pt>
                  <c:pt idx="207">
                    <c:v>832</c:v>
                  </c:pt>
                  <c:pt idx="208">
                    <c:v>836</c:v>
                  </c:pt>
                  <c:pt idx="209">
                    <c:v>840</c:v>
                  </c:pt>
                  <c:pt idx="210">
                    <c:v>844</c:v>
                  </c:pt>
                  <c:pt idx="211">
                    <c:v>848</c:v>
                  </c:pt>
                  <c:pt idx="212">
                    <c:v>852</c:v>
                  </c:pt>
                  <c:pt idx="213">
                    <c:v>856</c:v>
                  </c:pt>
                  <c:pt idx="214">
                    <c:v>860</c:v>
                  </c:pt>
                  <c:pt idx="215">
                    <c:v>864</c:v>
                  </c:pt>
                  <c:pt idx="216">
                    <c:v>868</c:v>
                  </c:pt>
                  <c:pt idx="217">
                    <c:v>872</c:v>
                  </c:pt>
                  <c:pt idx="218">
                    <c:v>876</c:v>
                  </c:pt>
                  <c:pt idx="219">
                    <c:v>880</c:v>
                  </c:pt>
                  <c:pt idx="220">
                    <c:v>884</c:v>
                  </c:pt>
                  <c:pt idx="221">
                    <c:v>888</c:v>
                  </c:pt>
                  <c:pt idx="222">
                    <c:v>892</c:v>
                  </c:pt>
                  <c:pt idx="223">
                    <c:v>896</c:v>
                  </c:pt>
                  <c:pt idx="224">
                    <c:v>900</c:v>
                  </c:pt>
                  <c:pt idx="225">
                    <c:v>904</c:v>
                  </c:pt>
                  <c:pt idx="226">
                    <c:v>908</c:v>
                  </c:pt>
                  <c:pt idx="227">
                    <c:v>912</c:v>
                  </c:pt>
                  <c:pt idx="228">
                    <c:v>916</c:v>
                  </c:pt>
                  <c:pt idx="229">
                    <c:v>920</c:v>
                  </c:pt>
                  <c:pt idx="230">
                    <c:v>924</c:v>
                  </c:pt>
                  <c:pt idx="231">
                    <c:v>928</c:v>
                  </c:pt>
                  <c:pt idx="232">
                    <c:v>932</c:v>
                  </c:pt>
                  <c:pt idx="233">
                    <c:v>936</c:v>
                  </c:pt>
                  <c:pt idx="234">
                    <c:v>940</c:v>
                  </c:pt>
                </c:lvl>
              </c:multiLvlStrCache>
            </c:multiLvlStrRef>
          </c:cat>
          <c:val>
            <c:numRef>
              <c:f>Sheet1!$C$2:$C$236</c:f>
              <c:numCache>
                <c:formatCode>General</c:formatCode>
                <c:ptCount val="235"/>
                <c:pt idx="0">
                  <c:v>1.155</c:v>
                </c:pt>
                <c:pt idx="1">
                  <c:v>2.475</c:v>
                </c:pt>
                <c:pt idx="2">
                  <c:v>2.99</c:v>
                </c:pt>
                <c:pt idx="3">
                  <c:v>4.545</c:v>
                </c:pt>
                <c:pt idx="4">
                  <c:v>4.925</c:v>
                </c:pt>
                <c:pt idx="5">
                  <c:v>6.1899999999999995</c:v>
                </c:pt>
                <c:pt idx="6">
                  <c:v>7.039999999999999</c:v>
                </c:pt>
                <c:pt idx="7">
                  <c:v>6.685</c:v>
                </c:pt>
                <c:pt idx="8">
                  <c:v>9.69</c:v>
                </c:pt>
                <c:pt idx="9">
                  <c:v>7.380000000000001</c:v>
                </c:pt>
                <c:pt idx="10">
                  <c:v>10.36</c:v>
                </c:pt>
                <c:pt idx="11">
                  <c:v>10.015</c:v>
                </c:pt>
                <c:pt idx="12">
                  <c:v>12.25</c:v>
                </c:pt>
                <c:pt idx="13">
                  <c:v>12.22</c:v>
                </c:pt>
                <c:pt idx="14">
                  <c:v>11.795</c:v>
                </c:pt>
                <c:pt idx="15">
                  <c:v>12.41</c:v>
                </c:pt>
                <c:pt idx="16">
                  <c:v>11.705</c:v>
                </c:pt>
                <c:pt idx="17">
                  <c:v>13.969999999999999</c:v>
                </c:pt>
                <c:pt idx="18">
                  <c:v>12.885000000000002</c:v>
                </c:pt>
                <c:pt idx="19">
                  <c:v>12.155</c:v>
                </c:pt>
                <c:pt idx="20">
                  <c:v>8.625</c:v>
                </c:pt>
                <c:pt idx="21">
                  <c:v>12.365</c:v>
                </c:pt>
                <c:pt idx="22">
                  <c:v>12.235</c:v>
                </c:pt>
                <c:pt idx="23">
                  <c:v>9.719999999999999</c:v>
                </c:pt>
                <c:pt idx="24">
                  <c:v>11.155000000000001</c:v>
                </c:pt>
                <c:pt idx="25">
                  <c:v>10.27</c:v>
                </c:pt>
                <c:pt idx="26">
                  <c:v>11.875</c:v>
                </c:pt>
                <c:pt idx="27">
                  <c:v>10.135</c:v>
                </c:pt>
                <c:pt idx="28">
                  <c:v>12.645000000000001</c:v>
                </c:pt>
                <c:pt idx="29">
                  <c:v>13.48</c:v>
                </c:pt>
                <c:pt idx="30">
                  <c:v>11.78</c:v>
                </c:pt>
                <c:pt idx="31">
                  <c:v>11.95</c:v>
                </c:pt>
                <c:pt idx="32">
                  <c:v>12.9</c:v>
                </c:pt>
                <c:pt idx="33">
                  <c:v>12.084999999999999</c:v>
                </c:pt>
                <c:pt idx="34">
                  <c:v>12.355</c:v>
                </c:pt>
                <c:pt idx="35">
                  <c:v>13.145000000000001</c:v>
                </c:pt>
                <c:pt idx="36">
                  <c:v>11.379999999999999</c:v>
                </c:pt>
                <c:pt idx="37">
                  <c:v>13.614999999999998</c:v>
                </c:pt>
                <c:pt idx="38">
                  <c:v>12.990000000000002</c:v>
                </c:pt>
                <c:pt idx="39">
                  <c:v>13.209999999999999</c:v>
                </c:pt>
                <c:pt idx="40">
                  <c:v>13.719999999999999</c:v>
                </c:pt>
                <c:pt idx="41">
                  <c:v>13.019999999999998</c:v>
                </c:pt>
                <c:pt idx="42">
                  <c:v>12.36</c:v>
                </c:pt>
                <c:pt idx="43">
                  <c:v>11.935</c:v>
                </c:pt>
                <c:pt idx="44">
                  <c:v>14.01</c:v>
                </c:pt>
                <c:pt idx="45">
                  <c:v>14.374999999999998</c:v>
                </c:pt>
                <c:pt idx="46">
                  <c:v>14.124999999999998</c:v>
                </c:pt>
                <c:pt idx="47">
                  <c:v>14.215</c:v>
                </c:pt>
                <c:pt idx="48">
                  <c:v>16.2</c:v>
                </c:pt>
                <c:pt idx="49">
                  <c:v>18.03</c:v>
                </c:pt>
                <c:pt idx="50">
                  <c:v>15.85</c:v>
                </c:pt>
                <c:pt idx="51">
                  <c:v>14.37</c:v>
                </c:pt>
                <c:pt idx="52">
                  <c:v>17.349999999999998</c:v>
                </c:pt>
                <c:pt idx="53">
                  <c:v>14.145</c:v>
                </c:pt>
                <c:pt idx="54">
                  <c:v>12.964999999999998</c:v>
                </c:pt>
                <c:pt idx="55">
                  <c:v>12.18</c:v>
                </c:pt>
                <c:pt idx="56">
                  <c:v>15.315000000000001</c:v>
                </c:pt>
                <c:pt idx="57">
                  <c:v>13.045000000000002</c:v>
                </c:pt>
                <c:pt idx="58">
                  <c:v>14.365</c:v>
                </c:pt>
                <c:pt idx="59">
                  <c:v>14.329999999999998</c:v>
                </c:pt>
                <c:pt idx="60">
                  <c:v>14.274999999999999</c:v>
                </c:pt>
                <c:pt idx="61">
                  <c:v>14.81</c:v>
                </c:pt>
                <c:pt idx="62">
                  <c:v>13.205</c:v>
                </c:pt>
                <c:pt idx="63">
                  <c:v>12.525</c:v>
                </c:pt>
                <c:pt idx="64">
                  <c:v>10.375</c:v>
                </c:pt>
                <c:pt idx="65">
                  <c:v>14.09</c:v>
                </c:pt>
                <c:pt idx="66">
                  <c:v>12.905</c:v>
                </c:pt>
                <c:pt idx="67">
                  <c:v>13.985</c:v>
                </c:pt>
                <c:pt idx="68">
                  <c:v>15.379999999999999</c:v>
                </c:pt>
                <c:pt idx="69">
                  <c:v>11.979999999999999</c:v>
                </c:pt>
                <c:pt idx="70">
                  <c:v>12.155000000000001</c:v>
                </c:pt>
                <c:pt idx="71">
                  <c:v>11.55</c:v>
                </c:pt>
                <c:pt idx="72">
                  <c:v>9.84</c:v>
                </c:pt>
                <c:pt idx="73">
                  <c:v>10.469999999999999</c:v>
                </c:pt>
                <c:pt idx="74">
                  <c:v>13.3</c:v>
                </c:pt>
                <c:pt idx="75">
                  <c:v>11.020000000000001</c:v>
                </c:pt>
                <c:pt idx="76">
                  <c:v>13.545000000000002</c:v>
                </c:pt>
                <c:pt idx="77">
                  <c:v>13.444999999999999</c:v>
                </c:pt>
                <c:pt idx="78">
                  <c:v>12.68</c:v>
                </c:pt>
                <c:pt idx="79">
                  <c:v>15.065000000000001</c:v>
                </c:pt>
                <c:pt idx="80">
                  <c:v>13.545000000000002</c:v>
                </c:pt>
                <c:pt idx="81">
                  <c:v>13.700000000000001</c:v>
                </c:pt>
                <c:pt idx="82">
                  <c:v>13.87</c:v>
                </c:pt>
                <c:pt idx="83">
                  <c:v>14.495</c:v>
                </c:pt>
                <c:pt idx="84">
                  <c:v>14.465</c:v>
                </c:pt>
                <c:pt idx="85">
                  <c:v>11.510000000000002</c:v>
                </c:pt>
                <c:pt idx="86">
                  <c:v>14.030000000000001</c:v>
                </c:pt>
                <c:pt idx="87">
                  <c:v>11.92</c:v>
                </c:pt>
                <c:pt idx="88">
                  <c:v>10.15</c:v>
                </c:pt>
                <c:pt idx="89">
                  <c:v>11.649999999999999</c:v>
                </c:pt>
                <c:pt idx="90">
                  <c:v>10.135</c:v>
                </c:pt>
                <c:pt idx="91">
                  <c:v>8.37</c:v>
                </c:pt>
                <c:pt idx="92">
                  <c:v>9.945</c:v>
                </c:pt>
                <c:pt idx="93">
                  <c:v>9.035</c:v>
                </c:pt>
                <c:pt idx="94">
                  <c:v>8.09</c:v>
                </c:pt>
                <c:pt idx="95">
                  <c:v>10.345</c:v>
                </c:pt>
                <c:pt idx="96">
                  <c:v>9.135</c:v>
                </c:pt>
                <c:pt idx="97">
                  <c:v>8.035</c:v>
                </c:pt>
                <c:pt idx="98">
                  <c:v>10.33</c:v>
                </c:pt>
                <c:pt idx="99">
                  <c:v>9.42</c:v>
                </c:pt>
                <c:pt idx="100">
                  <c:v>8.735</c:v>
                </c:pt>
                <c:pt idx="101">
                  <c:v>11.82</c:v>
                </c:pt>
                <c:pt idx="102">
                  <c:v>9.809999999999999</c:v>
                </c:pt>
                <c:pt idx="103">
                  <c:v>11.33</c:v>
                </c:pt>
                <c:pt idx="104">
                  <c:v>13.014999999999999</c:v>
                </c:pt>
                <c:pt idx="105">
                  <c:v>10.85</c:v>
                </c:pt>
                <c:pt idx="106">
                  <c:v>12.22</c:v>
                </c:pt>
                <c:pt idx="107">
                  <c:v>13.135</c:v>
                </c:pt>
                <c:pt idx="108">
                  <c:v>10.7</c:v>
                </c:pt>
                <c:pt idx="109">
                  <c:v>11.81</c:v>
                </c:pt>
                <c:pt idx="110">
                  <c:v>13.685</c:v>
                </c:pt>
                <c:pt idx="111">
                  <c:v>13.200000000000001</c:v>
                </c:pt>
                <c:pt idx="112">
                  <c:v>14.255</c:v>
                </c:pt>
                <c:pt idx="113">
                  <c:v>13.169999999999998</c:v>
                </c:pt>
                <c:pt idx="114">
                  <c:v>13.735</c:v>
                </c:pt>
                <c:pt idx="115">
                  <c:v>16.499999999999996</c:v>
                </c:pt>
                <c:pt idx="116">
                  <c:v>16.32</c:v>
                </c:pt>
                <c:pt idx="117">
                  <c:v>12.525</c:v>
                </c:pt>
                <c:pt idx="118">
                  <c:v>12.479999999999999</c:v>
                </c:pt>
                <c:pt idx="119">
                  <c:v>14.424999999999999</c:v>
                </c:pt>
                <c:pt idx="120">
                  <c:v>14.455000000000002</c:v>
                </c:pt>
                <c:pt idx="121">
                  <c:v>13.584999999999999</c:v>
                </c:pt>
                <c:pt idx="122">
                  <c:v>16.43</c:v>
                </c:pt>
                <c:pt idx="123">
                  <c:v>12.075000000000001</c:v>
                </c:pt>
                <c:pt idx="124">
                  <c:v>14.11</c:v>
                </c:pt>
                <c:pt idx="125">
                  <c:v>15.864999999999998</c:v>
                </c:pt>
                <c:pt idx="126">
                  <c:v>16.35</c:v>
                </c:pt>
                <c:pt idx="127">
                  <c:v>14.735000000000001</c:v>
                </c:pt>
                <c:pt idx="128">
                  <c:v>16.555</c:v>
                </c:pt>
                <c:pt idx="129">
                  <c:v>15.54</c:v>
                </c:pt>
                <c:pt idx="130">
                  <c:v>12.78</c:v>
                </c:pt>
                <c:pt idx="131">
                  <c:v>15.105000000000002</c:v>
                </c:pt>
                <c:pt idx="132">
                  <c:v>15.354999999999999</c:v>
                </c:pt>
                <c:pt idx="133">
                  <c:v>15.370000000000001</c:v>
                </c:pt>
                <c:pt idx="134">
                  <c:v>18.17</c:v>
                </c:pt>
                <c:pt idx="135">
                  <c:v>16.575</c:v>
                </c:pt>
                <c:pt idx="136">
                  <c:v>16.915000000000003</c:v>
                </c:pt>
                <c:pt idx="137">
                  <c:v>15.35</c:v>
                </c:pt>
                <c:pt idx="138">
                  <c:v>16.2</c:v>
                </c:pt>
                <c:pt idx="139">
                  <c:v>14.625</c:v>
                </c:pt>
                <c:pt idx="140">
                  <c:v>12.389999999999999</c:v>
                </c:pt>
                <c:pt idx="141">
                  <c:v>14.325</c:v>
                </c:pt>
                <c:pt idx="142">
                  <c:v>11.75</c:v>
                </c:pt>
                <c:pt idx="143">
                  <c:v>12.475</c:v>
                </c:pt>
                <c:pt idx="144">
                  <c:v>10.84</c:v>
                </c:pt>
                <c:pt idx="145">
                  <c:v>11.594999999999999</c:v>
                </c:pt>
                <c:pt idx="146">
                  <c:v>10.85</c:v>
                </c:pt>
                <c:pt idx="147">
                  <c:v>11.459999999999999</c:v>
                </c:pt>
                <c:pt idx="148">
                  <c:v>9.205</c:v>
                </c:pt>
                <c:pt idx="149">
                  <c:v>10.100000000000001</c:v>
                </c:pt>
                <c:pt idx="150">
                  <c:v>12.35</c:v>
                </c:pt>
                <c:pt idx="151">
                  <c:v>13.41</c:v>
                </c:pt>
                <c:pt idx="152">
                  <c:v>12.034999999999998</c:v>
                </c:pt>
                <c:pt idx="153">
                  <c:v>13.170000000000002</c:v>
                </c:pt>
                <c:pt idx="154">
                  <c:v>8.889999999999999</c:v>
                </c:pt>
                <c:pt idx="155">
                  <c:v>10.96</c:v>
                </c:pt>
                <c:pt idx="156">
                  <c:v>12.215</c:v>
                </c:pt>
                <c:pt idx="157">
                  <c:v>10.995</c:v>
                </c:pt>
                <c:pt idx="158">
                  <c:v>11.575</c:v>
                </c:pt>
                <c:pt idx="159">
                  <c:v>13.76</c:v>
                </c:pt>
                <c:pt idx="160">
                  <c:v>12.61</c:v>
                </c:pt>
                <c:pt idx="161">
                  <c:v>14.279999999999998</c:v>
                </c:pt>
                <c:pt idx="162">
                  <c:v>14.05</c:v>
                </c:pt>
                <c:pt idx="163">
                  <c:v>11.540000000000001</c:v>
                </c:pt>
                <c:pt idx="164">
                  <c:v>14.475</c:v>
                </c:pt>
                <c:pt idx="165">
                  <c:v>13.075000000000001</c:v>
                </c:pt>
                <c:pt idx="166">
                  <c:v>10.985</c:v>
                </c:pt>
                <c:pt idx="167">
                  <c:v>13.114999999999998</c:v>
                </c:pt>
                <c:pt idx="168">
                  <c:v>9.159999999999998</c:v>
                </c:pt>
                <c:pt idx="169">
                  <c:v>10.79</c:v>
                </c:pt>
                <c:pt idx="170">
                  <c:v>12.465</c:v>
                </c:pt>
                <c:pt idx="171">
                  <c:v>12.855</c:v>
                </c:pt>
                <c:pt idx="172">
                  <c:v>13.01</c:v>
                </c:pt>
                <c:pt idx="173">
                  <c:v>14.85</c:v>
                </c:pt>
                <c:pt idx="174">
                  <c:v>13.415</c:v>
                </c:pt>
                <c:pt idx="175">
                  <c:v>15.594999999999997</c:v>
                </c:pt>
                <c:pt idx="176">
                  <c:v>14.3</c:v>
                </c:pt>
                <c:pt idx="177">
                  <c:v>15.655</c:v>
                </c:pt>
                <c:pt idx="178">
                  <c:v>13.355</c:v>
                </c:pt>
                <c:pt idx="179">
                  <c:v>11.825</c:v>
                </c:pt>
                <c:pt idx="180">
                  <c:v>11.975</c:v>
                </c:pt>
                <c:pt idx="181">
                  <c:v>13.719999999999999</c:v>
                </c:pt>
                <c:pt idx="182">
                  <c:v>14.045000000000002</c:v>
                </c:pt>
                <c:pt idx="183">
                  <c:v>16.110000000000003</c:v>
                </c:pt>
                <c:pt idx="184">
                  <c:v>13.15</c:v>
                </c:pt>
                <c:pt idx="185">
                  <c:v>16.92</c:v>
                </c:pt>
                <c:pt idx="186">
                  <c:v>14.499999999999998</c:v>
                </c:pt>
                <c:pt idx="187">
                  <c:v>12.28</c:v>
                </c:pt>
                <c:pt idx="188">
                  <c:v>13.059999999999999</c:v>
                </c:pt>
                <c:pt idx="189">
                  <c:v>13.645000000000001</c:v>
                </c:pt>
                <c:pt idx="190">
                  <c:v>16.645</c:v>
                </c:pt>
                <c:pt idx="191">
                  <c:v>15.83</c:v>
                </c:pt>
                <c:pt idx="192">
                  <c:v>13.76</c:v>
                </c:pt>
                <c:pt idx="193">
                  <c:v>13.195</c:v>
                </c:pt>
                <c:pt idx="194">
                  <c:v>11</c:v>
                </c:pt>
                <c:pt idx="195">
                  <c:v>9.94</c:v>
                </c:pt>
                <c:pt idx="196">
                  <c:v>9.235</c:v>
                </c:pt>
                <c:pt idx="197">
                  <c:v>9.78</c:v>
                </c:pt>
                <c:pt idx="198">
                  <c:v>8.145</c:v>
                </c:pt>
                <c:pt idx="199">
                  <c:v>6.9750000000000005</c:v>
                </c:pt>
                <c:pt idx="200">
                  <c:v>6.375</c:v>
                </c:pt>
                <c:pt idx="201">
                  <c:v>5.8950000000000005</c:v>
                </c:pt>
                <c:pt idx="202">
                  <c:v>5.595</c:v>
                </c:pt>
                <c:pt idx="203">
                  <c:v>4.37</c:v>
                </c:pt>
                <c:pt idx="204">
                  <c:v>3.6699999999999995</c:v>
                </c:pt>
                <c:pt idx="205">
                  <c:v>1.73</c:v>
                </c:pt>
                <c:pt idx="206">
                  <c:v>1.9349999999999998</c:v>
                </c:pt>
                <c:pt idx="207">
                  <c:v>2.015</c:v>
                </c:pt>
                <c:pt idx="208">
                  <c:v>2.0650000000000004</c:v>
                </c:pt>
                <c:pt idx="209">
                  <c:v>3.055</c:v>
                </c:pt>
                <c:pt idx="210">
                  <c:v>3.145</c:v>
                </c:pt>
                <c:pt idx="211">
                  <c:v>3.2299999999999995</c:v>
                </c:pt>
                <c:pt idx="212">
                  <c:v>1.9849999999999999</c:v>
                </c:pt>
                <c:pt idx="213">
                  <c:v>2.4149999999999996</c:v>
                </c:pt>
                <c:pt idx="214">
                  <c:v>2.5100000000000002</c:v>
                </c:pt>
                <c:pt idx="215">
                  <c:v>2.5749999999999997</c:v>
                </c:pt>
                <c:pt idx="216">
                  <c:v>3.7900000000000005</c:v>
                </c:pt>
                <c:pt idx="217">
                  <c:v>3.88</c:v>
                </c:pt>
                <c:pt idx="218">
                  <c:v>3.965</c:v>
                </c:pt>
                <c:pt idx="219">
                  <c:v>4.03</c:v>
                </c:pt>
                <c:pt idx="220">
                  <c:v>4.03</c:v>
                </c:pt>
                <c:pt idx="221">
                  <c:v>4.03</c:v>
                </c:pt>
                <c:pt idx="222">
                  <c:v>2.7899999999999996</c:v>
                </c:pt>
                <c:pt idx="223">
                  <c:v>2.83</c:v>
                </c:pt>
                <c:pt idx="224">
                  <c:v>2.875</c:v>
                </c:pt>
                <c:pt idx="225">
                  <c:v>2.93</c:v>
                </c:pt>
                <c:pt idx="226">
                  <c:v>2.97</c:v>
                </c:pt>
                <c:pt idx="227">
                  <c:v>3.015</c:v>
                </c:pt>
                <c:pt idx="228">
                  <c:v>3.025</c:v>
                </c:pt>
                <c:pt idx="229">
                  <c:v>3.06</c:v>
                </c:pt>
                <c:pt idx="230">
                  <c:v>3.115</c:v>
                </c:pt>
                <c:pt idx="231">
                  <c:v>3.16</c:v>
                </c:pt>
                <c:pt idx="232">
                  <c:v>3.2049999999999996</c:v>
                </c:pt>
                <c:pt idx="233">
                  <c:v>3.245</c:v>
                </c:pt>
                <c:pt idx="234">
                  <c:v>3.29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Times New Roman"/>
                  </a:rPr>
                  <a:t>time (s)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4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Times New Roman"/>
                  </a:rPr>
                  <a:t>KV pool occupancy (cache_occupancy, 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KV pool occupancy is inverted between the two roles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prefill averages 82% of its KV pool while decode averages 11% — 71 points of KV capacity sit idle on decode while prefill is saturated and evicting.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143000"/>
          <a:ext cx="83210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6177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n=1875 samples decimated to 235 · gauge: cache_occupancy · source: occ_park_local.csv · Decode above Prefill in 3% of samples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2026-08-04T05:50:59Z</dcterms:created>
  <dcterms:modified xsi:type="dcterms:W3CDTF">2026-08-04T05:50:59Z</dcterms:modified>
</cp:coreProperties>
</file>