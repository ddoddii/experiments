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imes New Roman"/>
              </a:rPr>
              <a:t>(a)  Prefill GPUs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Recompute</c:v>
                </c:pt>
              </c:strCache>
            </c:strRef>
          </c:tx>
          <c:spPr>
            <a:solidFill>
              <a:srgbClr val="8A9199"/>
            </a:solidFill>
            <a:ln w="25400" cap="flat">
              <a:solidFill>
                <a:srgbClr val="8A91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9199"/>
              </a:solidFill>
              <a:ln w="9525" cap="flat">
                <a:solidFill>
                  <a:srgbClr val="8A91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Sheet1!$A$2:$A$159</c:f>
              <c:multiLvlStrCache>
                <c:ptCount val="158"/>
                <c:lvl>
                  <c:pt idx="0">
                    <c:v>0</c:v>
                  </c:pt>
                  <c:pt idx="1">
                    <c:v>38</c:v>
                  </c:pt>
                  <c:pt idx="2">
                    <c:v>76</c:v>
                  </c:pt>
                  <c:pt idx="3">
                    <c:v>114</c:v>
                  </c:pt>
                  <c:pt idx="4">
                    <c:v>152</c:v>
                  </c:pt>
                  <c:pt idx="5">
                    <c:v>190</c:v>
                  </c:pt>
                  <c:pt idx="6">
                    <c:v>228</c:v>
                  </c:pt>
                  <c:pt idx="7">
                    <c:v>266</c:v>
                  </c:pt>
                  <c:pt idx="8">
                    <c:v>304</c:v>
                  </c:pt>
                  <c:pt idx="9">
                    <c:v>342</c:v>
                  </c:pt>
                  <c:pt idx="10">
                    <c:v>380</c:v>
                  </c:pt>
                  <c:pt idx="11">
                    <c:v>418</c:v>
                  </c:pt>
                  <c:pt idx="12">
                    <c:v>456</c:v>
                  </c:pt>
                  <c:pt idx="13">
                    <c:v>494</c:v>
                  </c:pt>
                  <c:pt idx="14">
                    <c:v>532</c:v>
                  </c:pt>
                  <c:pt idx="15">
                    <c:v>570</c:v>
                  </c:pt>
                  <c:pt idx="16">
                    <c:v>608</c:v>
                  </c:pt>
                  <c:pt idx="17">
                    <c:v>646</c:v>
                  </c:pt>
                  <c:pt idx="18">
                    <c:v>684</c:v>
                  </c:pt>
                  <c:pt idx="19">
                    <c:v>722</c:v>
                  </c:pt>
                  <c:pt idx="20">
                    <c:v>760</c:v>
                  </c:pt>
                  <c:pt idx="21">
                    <c:v>798</c:v>
                  </c:pt>
                  <c:pt idx="22">
                    <c:v>836</c:v>
                  </c:pt>
                  <c:pt idx="23">
                    <c:v>874</c:v>
                  </c:pt>
                  <c:pt idx="24">
                    <c:v>912</c:v>
                  </c:pt>
                  <c:pt idx="25">
                    <c:v>950</c:v>
                  </c:pt>
                  <c:pt idx="26">
                    <c:v>988</c:v>
                  </c:pt>
                  <c:pt idx="27">
                    <c:v>1026</c:v>
                  </c:pt>
                  <c:pt idx="28">
                    <c:v>1064</c:v>
                  </c:pt>
                  <c:pt idx="29">
                    <c:v>1102</c:v>
                  </c:pt>
                  <c:pt idx="30">
                    <c:v>1140</c:v>
                  </c:pt>
                  <c:pt idx="31">
                    <c:v>1178</c:v>
                  </c:pt>
                  <c:pt idx="32">
                    <c:v>1216</c:v>
                  </c:pt>
                  <c:pt idx="33">
                    <c:v>1254</c:v>
                  </c:pt>
                  <c:pt idx="34">
                    <c:v>1292</c:v>
                  </c:pt>
                  <c:pt idx="35">
                    <c:v>1330</c:v>
                  </c:pt>
                  <c:pt idx="36">
                    <c:v>1368</c:v>
                  </c:pt>
                  <c:pt idx="37">
                    <c:v>1406</c:v>
                  </c:pt>
                  <c:pt idx="38">
                    <c:v>1444</c:v>
                  </c:pt>
                  <c:pt idx="39">
                    <c:v>1482</c:v>
                  </c:pt>
                  <c:pt idx="40">
                    <c:v>1520</c:v>
                  </c:pt>
                  <c:pt idx="41">
                    <c:v>1558</c:v>
                  </c:pt>
                  <c:pt idx="42">
                    <c:v>1596</c:v>
                  </c:pt>
                  <c:pt idx="43">
                    <c:v>1634</c:v>
                  </c:pt>
                  <c:pt idx="44">
                    <c:v>1672</c:v>
                  </c:pt>
                  <c:pt idx="45">
                    <c:v>1710</c:v>
                  </c:pt>
                  <c:pt idx="46">
                    <c:v>1748</c:v>
                  </c:pt>
                  <c:pt idx="47">
                    <c:v>1786</c:v>
                  </c:pt>
                  <c:pt idx="48">
                    <c:v>1824</c:v>
                  </c:pt>
                  <c:pt idx="49">
                    <c:v>1862</c:v>
                  </c:pt>
                  <c:pt idx="50">
                    <c:v>1900</c:v>
                  </c:pt>
                  <c:pt idx="51">
                    <c:v>1938</c:v>
                  </c:pt>
                  <c:pt idx="52">
                    <c:v>1976</c:v>
                  </c:pt>
                  <c:pt idx="53">
                    <c:v>2014</c:v>
                  </c:pt>
                  <c:pt idx="54">
                    <c:v>2052</c:v>
                  </c:pt>
                  <c:pt idx="55">
                    <c:v>2090</c:v>
                  </c:pt>
                  <c:pt idx="56">
                    <c:v>2128</c:v>
                  </c:pt>
                  <c:pt idx="57">
                    <c:v>2166</c:v>
                  </c:pt>
                  <c:pt idx="58">
                    <c:v>2204</c:v>
                  </c:pt>
                  <c:pt idx="59">
                    <c:v>2242</c:v>
                  </c:pt>
                  <c:pt idx="60">
                    <c:v>2280</c:v>
                  </c:pt>
                  <c:pt idx="61">
                    <c:v>2318</c:v>
                  </c:pt>
                  <c:pt idx="62">
                    <c:v>2356</c:v>
                  </c:pt>
                  <c:pt idx="63">
                    <c:v>2394</c:v>
                  </c:pt>
                  <c:pt idx="64">
                    <c:v>2432</c:v>
                  </c:pt>
                  <c:pt idx="65">
                    <c:v>2470</c:v>
                  </c:pt>
                  <c:pt idx="66">
                    <c:v>2508</c:v>
                  </c:pt>
                  <c:pt idx="67">
                    <c:v>2546</c:v>
                  </c:pt>
                  <c:pt idx="68">
                    <c:v>2584</c:v>
                  </c:pt>
                  <c:pt idx="69">
                    <c:v>2622</c:v>
                  </c:pt>
                  <c:pt idx="70">
                    <c:v>2660</c:v>
                  </c:pt>
                  <c:pt idx="71">
                    <c:v>2698</c:v>
                  </c:pt>
                  <c:pt idx="72">
                    <c:v>2736</c:v>
                  </c:pt>
                  <c:pt idx="73">
                    <c:v>2774</c:v>
                  </c:pt>
                  <c:pt idx="74">
                    <c:v>2812</c:v>
                  </c:pt>
                  <c:pt idx="75">
                    <c:v>2850</c:v>
                  </c:pt>
                  <c:pt idx="76">
                    <c:v>2888</c:v>
                  </c:pt>
                  <c:pt idx="77">
                    <c:v>2926</c:v>
                  </c:pt>
                  <c:pt idx="78">
                    <c:v>2964</c:v>
                  </c:pt>
                  <c:pt idx="79">
                    <c:v>3002</c:v>
                  </c:pt>
                  <c:pt idx="80">
                    <c:v>3040</c:v>
                  </c:pt>
                  <c:pt idx="81">
                    <c:v>3078</c:v>
                  </c:pt>
                  <c:pt idx="82">
                    <c:v>3116</c:v>
                  </c:pt>
                  <c:pt idx="83">
                    <c:v>3154</c:v>
                  </c:pt>
                  <c:pt idx="84">
                    <c:v>3192</c:v>
                  </c:pt>
                  <c:pt idx="85">
                    <c:v>3230</c:v>
                  </c:pt>
                  <c:pt idx="86">
                    <c:v>3268</c:v>
                  </c:pt>
                  <c:pt idx="87">
                    <c:v>3306</c:v>
                  </c:pt>
                  <c:pt idx="88">
                    <c:v>3344</c:v>
                  </c:pt>
                  <c:pt idx="89">
                    <c:v>3382</c:v>
                  </c:pt>
                  <c:pt idx="90">
                    <c:v>3420</c:v>
                  </c:pt>
                  <c:pt idx="91">
                    <c:v>3458</c:v>
                  </c:pt>
                  <c:pt idx="92">
                    <c:v>3496</c:v>
                  </c:pt>
                  <c:pt idx="93">
                    <c:v>3534</c:v>
                  </c:pt>
                  <c:pt idx="94">
                    <c:v>3572</c:v>
                  </c:pt>
                  <c:pt idx="95">
                    <c:v>3610</c:v>
                  </c:pt>
                  <c:pt idx="96">
                    <c:v>3648</c:v>
                  </c:pt>
                  <c:pt idx="97">
                    <c:v>3686</c:v>
                  </c:pt>
                  <c:pt idx="98">
                    <c:v>3724</c:v>
                  </c:pt>
                  <c:pt idx="99">
                    <c:v>3762</c:v>
                  </c:pt>
                  <c:pt idx="100">
                    <c:v>3800</c:v>
                  </c:pt>
                  <c:pt idx="101">
                    <c:v>3838</c:v>
                  </c:pt>
                  <c:pt idx="102">
                    <c:v>3876</c:v>
                  </c:pt>
                  <c:pt idx="103">
                    <c:v>3914</c:v>
                  </c:pt>
                  <c:pt idx="104">
                    <c:v>3952</c:v>
                  </c:pt>
                  <c:pt idx="105">
                    <c:v>3990</c:v>
                  </c:pt>
                  <c:pt idx="106">
                    <c:v>4028</c:v>
                  </c:pt>
                  <c:pt idx="107">
                    <c:v>4066</c:v>
                  </c:pt>
                  <c:pt idx="108">
                    <c:v>4104</c:v>
                  </c:pt>
                  <c:pt idx="109">
                    <c:v>4142</c:v>
                  </c:pt>
                  <c:pt idx="110">
                    <c:v>4180</c:v>
                  </c:pt>
                  <c:pt idx="111">
                    <c:v>4218</c:v>
                  </c:pt>
                  <c:pt idx="112">
                    <c:v>4256</c:v>
                  </c:pt>
                  <c:pt idx="113">
                    <c:v>4294</c:v>
                  </c:pt>
                  <c:pt idx="114">
                    <c:v>4332</c:v>
                  </c:pt>
                  <c:pt idx="115">
                    <c:v>4370</c:v>
                  </c:pt>
                  <c:pt idx="116">
                    <c:v>4408</c:v>
                  </c:pt>
                  <c:pt idx="117">
                    <c:v>4446</c:v>
                  </c:pt>
                  <c:pt idx="118">
                    <c:v>4484</c:v>
                  </c:pt>
                  <c:pt idx="119">
                    <c:v>4522</c:v>
                  </c:pt>
                  <c:pt idx="120">
                    <c:v>4560</c:v>
                  </c:pt>
                  <c:pt idx="121">
                    <c:v>4598</c:v>
                  </c:pt>
                  <c:pt idx="122">
                    <c:v>4636</c:v>
                  </c:pt>
                  <c:pt idx="123">
                    <c:v>4674</c:v>
                  </c:pt>
                  <c:pt idx="124">
                    <c:v>4712</c:v>
                  </c:pt>
                  <c:pt idx="125">
                    <c:v>4750</c:v>
                  </c:pt>
                  <c:pt idx="126">
                    <c:v>4788</c:v>
                  </c:pt>
                  <c:pt idx="127">
                    <c:v>4826</c:v>
                  </c:pt>
                  <c:pt idx="128">
                    <c:v>4864</c:v>
                  </c:pt>
                  <c:pt idx="129">
                    <c:v>4902</c:v>
                  </c:pt>
                  <c:pt idx="130">
                    <c:v>4940</c:v>
                  </c:pt>
                  <c:pt idx="131">
                    <c:v>4978</c:v>
                  </c:pt>
                  <c:pt idx="132">
                    <c:v>5016</c:v>
                  </c:pt>
                  <c:pt idx="133">
                    <c:v>5054</c:v>
                  </c:pt>
                  <c:pt idx="134">
                    <c:v>5092</c:v>
                  </c:pt>
                  <c:pt idx="135">
                    <c:v>5130</c:v>
                  </c:pt>
                  <c:pt idx="136">
                    <c:v>5168</c:v>
                  </c:pt>
                  <c:pt idx="137">
                    <c:v>5206</c:v>
                  </c:pt>
                  <c:pt idx="138">
                    <c:v>5244</c:v>
                  </c:pt>
                  <c:pt idx="139">
                    <c:v>5282</c:v>
                  </c:pt>
                  <c:pt idx="140">
                    <c:v>5320</c:v>
                  </c:pt>
                  <c:pt idx="141">
                    <c:v>5358</c:v>
                  </c:pt>
                  <c:pt idx="142">
                    <c:v>5396</c:v>
                  </c:pt>
                  <c:pt idx="143">
                    <c:v>5434</c:v>
                  </c:pt>
                  <c:pt idx="144">
                    <c:v>5472</c:v>
                  </c:pt>
                  <c:pt idx="145">
                    <c:v>5510</c:v>
                  </c:pt>
                  <c:pt idx="146">
                    <c:v>5548</c:v>
                  </c:pt>
                  <c:pt idx="147">
                    <c:v>5586</c:v>
                  </c:pt>
                  <c:pt idx="148">
                    <c:v>5624</c:v>
                  </c:pt>
                  <c:pt idx="149">
                    <c:v>5662</c:v>
                  </c:pt>
                  <c:pt idx="150">
                    <c:v>5700</c:v>
                  </c:pt>
                  <c:pt idx="151">
                    <c:v>5738</c:v>
                  </c:pt>
                  <c:pt idx="152">
                    <c:v>5776</c:v>
                  </c:pt>
                  <c:pt idx="153">
                    <c:v>5814</c:v>
                  </c:pt>
                  <c:pt idx="154">
                    <c:v>5852</c:v>
                  </c:pt>
                  <c:pt idx="155">
                    <c:v>5890</c:v>
                  </c:pt>
                  <c:pt idx="156">
                    <c:v>5928</c:v>
                  </c:pt>
                  <c:pt idx="157">
                    <c:v>5966</c:v>
                  </c:pt>
                </c:lvl>
              </c:multiLvlStrCache>
            </c:multiLvlStrRef>
          </c:cat>
          <c:val>
            <c:numRef>
              <c:f>Sheet1!$B$2:$B$159</c:f>
              <c:numCache>
                <c:formatCode>General</c:formatCode>
                <c:ptCount val="158"/>
                <c:pt idx="0">
                  <c:v>48.91</c:v>
                </c:pt>
                <c:pt idx="1">
                  <c:v>49.64</c:v>
                </c:pt>
                <c:pt idx="2">
                  <c:v>49.64</c:v>
                </c:pt>
                <c:pt idx="3">
                  <c:v>49.65</c:v>
                </c:pt>
                <c:pt idx="4">
                  <c:v>49.65</c:v>
                </c:pt>
                <c:pt idx="5">
                  <c:v>49.65</c:v>
                </c:pt>
                <c:pt idx="6">
                  <c:v>49.65</c:v>
                </c:pt>
                <c:pt idx="7">
                  <c:v>49.65</c:v>
                </c:pt>
                <c:pt idx="8">
                  <c:v>49.65</c:v>
                </c:pt>
                <c:pt idx="9">
                  <c:v>49.65</c:v>
                </c:pt>
                <c:pt idx="10">
                  <c:v>49.65</c:v>
                </c:pt>
                <c:pt idx="11">
                  <c:v>49.65</c:v>
                </c:pt>
                <c:pt idx="12">
                  <c:v>49.65</c:v>
                </c:pt>
                <c:pt idx="13">
                  <c:v>49.65</c:v>
                </c:pt>
                <c:pt idx="14">
                  <c:v>49.65</c:v>
                </c:pt>
                <c:pt idx="15">
                  <c:v>49.65</c:v>
                </c:pt>
                <c:pt idx="16">
                  <c:v>49.65</c:v>
                </c:pt>
                <c:pt idx="17">
                  <c:v>49.65</c:v>
                </c:pt>
                <c:pt idx="18">
                  <c:v>49.65</c:v>
                </c:pt>
                <c:pt idx="19">
                  <c:v>49.65</c:v>
                </c:pt>
                <c:pt idx="20">
                  <c:v>49.65</c:v>
                </c:pt>
                <c:pt idx="21">
                  <c:v>49.65</c:v>
                </c:pt>
                <c:pt idx="22">
                  <c:v>49.65</c:v>
                </c:pt>
                <c:pt idx="23">
                  <c:v>49.65</c:v>
                </c:pt>
                <c:pt idx="24">
                  <c:v>49.65</c:v>
                </c:pt>
                <c:pt idx="25">
                  <c:v>49.65</c:v>
                </c:pt>
                <c:pt idx="26">
                  <c:v>49.65</c:v>
                </c:pt>
                <c:pt idx="27">
                  <c:v>49.65</c:v>
                </c:pt>
                <c:pt idx="28">
                  <c:v>49.65</c:v>
                </c:pt>
                <c:pt idx="29">
                  <c:v>49.65</c:v>
                </c:pt>
                <c:pt idx="30">
                  <c:v>49.65</c:v>
                </c:pt>
                <c:pt idx="31">
                  <c:v>49.65</c:v>
                </c:pt>
                <c:pt idx="32">
                  <c:v>49.65</c:v>
                </c:pt>
                <c:pt idx="33">
                  <c:v>49.65</c:v>
                </c:pt>
                <c:pt idx="34">
                  <c:v>49.65</c:v>
                </c:pt>
                <c:pt idx="35">
                  <c:v>49.65</c:v>
                </c:pt>
                <c:pt idx="36">
                  <c:v>49.65</c:v>
                </c:pt>
                <c:pt idx="37">
                  <c:v>49.65</c:v>
                </c:pt>
                <c:pt idx="38">
                  <c:v>49.65</c:v>
                </c:pt>
                <c:pt idx="39">
                  <c:v>49.65</c:v>
                </c:pt>
                <c:pt idx="40">
                  <c:v>49.66</c:v>
                </c:pt>
                <c:pt idx="41">
                  <c:v>49.66</c:v>
                </c:pt>
                <c:pt idx="42">
                  <c:v>49.66</c:v>
                </c:pt>
                <c:pt idx="43">
                  <c:v>49.66</c:v>
                </c:pt>
                <c:pt idx="44">
                  <c:v>49.66</c:v>
                </c:pt>
                <c:pt idx="45">
                  <c:v>49.66</c:v>
                </c:pt>
                <c:pt idx="46">
                  <c:v>49.66</c:v>
                </c:pt>
                <c:pt idx="47">
                  <c:v>49.66</c:v>
                </c:pt>
                <c:pt idx="48">
                  <c:v>49.66</c:v>
                </c:pt>
                <c:pt idx="49">
                  <c:v>49.66</c:v>
                </c:pt>
                <c:pt idx="50">
                  <c:v>49.66</c:v>
                </c:pt>
                <c:pt idx="51">
                  <c:v>49.66</c:v>
                </c:pt>
                <c:pt idx="52">
                  <c:v>49.66</c:v>
                </c:pt>
                <c:pt idx="53">
                  <c:v>49.66</c:v>
                </c:pt>
                <c:pt idx="54">
                  <c:v>49.66</c:v>
                </c:pt>
                <c:pt idx="55">
                  <c:v>49.66</c:v>
                </c:pt>
                <c:pt idx="56">
                  <c:v>49.66</c:v>
                </c:pt>
                <c:pt idx="57">
                  <c:v>49.66</c:v>
                </c:pt>
                <c:pt idx="58">
                  <c:v>49.66</c:v>
                </c:pt>
                <c:pt idx="59">
                  <c:v>49.66</c:v>
                </c:pt>
                <c:pt idx="60">
                  <c:v>49.66</c:v>
                </c:pt>
                <c:pt idx="61">
                  <c:v>49.66</c:v>
                </c:pt>
                <c:pt idx="62">
                  <c:v>49.66</c:v>
                </c:pt>
                <c:pt idx="63">
                  <c:v>49.66</c:v>
                </c:pt>
                <c:pt idx="64">
                  <c:v>49.66</c:v>
                </c:pt>
                <c:pt idx="65">
                  <c:v>49.66</c:v>
                </c:pt>
                <c:pt idx="66">
                  <c:v>49.66</c:v>
                </c:pt>
                <c:pt idx="67">
                  <c:v>49.66</c:v>
                </c:pt>
                <c:pt idx="68">
                  <c:v>49.66</c:v>
                </c:pt>
                <c:pt idx="69">
                  <c:v>49.66</c:v>
                </c:pt>
                <c:pt idx="70">
                  <c:v>49.66</c:v>
                </c:pt>
                <c:pt idx="71">
                  <c:v>49.66</c:v>
                </c:pt>
                <c:pt idx="72">
                  <c:v>49.66</c:v>
                </c:pt>
                <c:pt idx="73">
                  <c:v>49.66</c:v>
                </c:pt>
                <c:pt idx="74">
                  <c:v>49.66</c:v>
                </c:pt>
                <c:pt idx="75">
                  <c:v>49.66</c:v>
                </c:pt>
                <c:pt idx="76">
                  <c:v>49.66</c:v>
                </c:pt>
                <c:pt idx="77">
                  <c:v>49.66</c:v>
                </c:pt>
                <c:pt idx="78">
                  <c:v>49.66</c:v>
                </c:pt>
                <c:pt idx="79">
                  <c:v>49.66</c:v>
                </c:pt>
                <c:pt idx="80">
                  <c:v>49.66</c:v>
                </c:pt>
                <c:pt idx="81">
                  <c:v>49.66</c:v>
                </c:pt>
                <c:pt idx="82">
                  <c:v>49.66</c:v>
                </c:pt>
                <c:pt idx="83">
                  <c:v>49.66</c:v>
                </c:pt>
                <c:pt idx="84">
                  <c:v>49.66</c:v>
                </c:pt>
                <c:pt idx="85">
                  <c:v>49.66</c:v>
                </c:pt>
                <c:pt idx="86">
                  <c:v>49.66</c:v>
                </c:pt>
                <c:pt idx="87">
                  <c:v>49.66</c:v>
                </c:pt>
                <c:pt idx="88">
                  <c:v>49.66</c:v>
                </c:pt>
                <c:pt idx="89">
                  <c:v>49.66</c:v>
                </c:pt>
                <c:pt idx="90">
                  <c:v>49.66</c:v>
                </c:pt>
                <c:pt idx="91">
                  <c:v>49.66</c:v>
                </c:pt>
                <c:pt idx="92">
                  <c:v>49.66</c:v>
                </c:pt>
                <c:pt idx="93">
                  <c:v>49.66</c:v>
                </c:pt>
                <c:pt idx="94">
                  <c:v>49.66</c:v>
                </c:pt>
                <c:pt idx="95">
                  <c:v>49.66</c:v>
                </c:pt>
                <c:pt idx="96">
                  <c:v>49.66</c:v>
                </c:pt>
                <c:pt idx="97">
                  <c:v>49.66</c:v>
                </c:pt>
                <c:pt idx="98">
                  <c:v>49.66</c:v>
                </c:pt>
                <c:pt idx="99">
                  <c:v>49.66</c:v>
                </c:pt>
                <c:pt idx="100">
                  <c:v>49.66</c:v>
                </c:pt>
                <c:pt idx="101">
                  <c:v>49.66</c:v>
                </c:pt>
                <c:pt idx="102">
                  <c:v>49.66</c:v>
                </c:pt>
                <c:pt idx="103">
                  <c:v>49.66</c:v>
                </c:pt>
                <c:pt idx="104">
                  <c:v>49.66</c:v>
                </c:pt>
                <c:pt idx="105">
                  <c:v>49.66</c:v>
                </c:pt>
                <c:pt idx="106">
                  <c:v>49.66</c:v>
                </c:pt>
                <c:pt idx="107">
                  <c:v>49.66</c:v>
                </c:pt>
                <c:pt idx="108">
                  <c:v>49.66</c:v>
                </c:pt>
                <c:pt idx="109">
                  <c:v>49.66</c:v>
                </c:pt>
                <c:pt idx="110">
                  <c:v>49.66</c:v>
                </c:pt>
                <c:pt idx="111">
                  <c:v>49.66</c:v>
                </c:pt>
                <c:pt idx="112">
                  <c:v>49.66</c:v>
                </c:pt>
                <c:pt idx="113">
                  <c:v>49.66</c:v>
                </c:pt>
                <c:pt idx="114">
                  <c:v>49.66</c:v>
                </c:pt>
                <c:pt idx="115">
                  <c:v>49.66</c:v>
                </c:pt>
                <c:pt idx="116">
                  <c:v>49.66</c:v>
                </c:pt>
                <c:pt idx="117">
                  <c:v>49.66</c:v>
                </c:pt>
                <c:pt idx="118">
                  <c:v>49.66</c:v>
                </c:pt>
                <c:pt idx="119">
                  <c:v>49.66</c:v>
                </c:pt>
                <c:pt idx="120">
                  <c:v>49.66</c:v>
                </c:pt>
                <c:pt idx="121">
                  <c:v>49.66</c:v>
                </c:pt>
                <c:pt idx="122">
                  <c:v>49.66</c:v>
                </c:pt>
                <c:pt idx="123">
                  <c:v>49.66</c:v>
                </c:pt>
                <c:pt idx="124">
                  <c:v>49.66</c:v>
                </c:pt>
                <c:pt idx="125">
                  <c:v>49.66</c:v>
                </c:pt>
                <c:pt idx="126">
                  <c:v>49.66</c:v>
                </c:pt>
                <c:pt idx="127">
                  <c:v>49.66</c:v>
                </c:pt>
                <c:pt idx="128">
                  <c:v>49.66</c:v>
                </c:pt>
                <c:pt idx="129">
                  <c:v>49.66</c:v>
                </c:pt>
                <c:pt idx="130">
                  <c:v>49.66</c:v>
                </c:pt>
                <c:pt idx="131">
                  <c:v>49.66</c:v>
                </c:pt>
                <c:pt idx="132">
                  <c:v>49.66</c:v>
                </c:pt>
                <c:pt idx="133">
                  <c:v>49.66</c:v>
                </c:pt>
                <c:pt idx="134">
                  <c:v>49.66</c:v>
                </c:pt>
                <c:pt idx="135">
                  <c:v>49.66</c:v>
                </c:pt>
                <c:pt idx="136">
                  <c:v>49.66</c:v>
                </c:pt>
                <c:pt idx="137">
                  <c:v>49.66</c:v>
                </c:pt>
                <c:pt idx="138">
                  <c:v>49.66</c:v>
                </c:pt>
                <c:pt idx="139">
                  <c:v>49.66</c:v>
                </c:pt>
                <c:pt idx="140">
                  <c:v>49.66</c:v>
                </c:pt>
                <c:pt idx="141">
                  <c:v>49.66</c:v>
                </c:pt>
                <c:pt idx="142">
                  <c:v>49.66</c:v>
                </c:pt>
                <c:pt idx="143">
                  <c:v>49.66</c:v>
                </c:pt>
                <c:pt idx="144">
                  <c:v>49.66</c:v>
                </c:pt>
                <c:pt idx="145">
                  <c:v>49.66</c:v>
                </c:pt>
                <c:pt idx="146">
                  <c:v>49.66</c:v>
                </c:pt>
                <c:pt idx="147">
                  <c:v>49.66</c:v>
                </c:pt>
                <c:pt idx="148">
                  <c:v>49.66</c:v>
                </c:pt>
                <c:pt idx="149">
                  <c:v>49.66</c:v>
                </c:pt>
                <c:pt idx="150">
                  <c:v>49.66</c:v>
                </c:pt>
                <c:pt idx="151">
                  <c:v>49.66</c:v>
                </c:pt>
                <c:pt idx="152">
                  <c:v>49.66</c:v>
                </c:pt>
                <c:pt idx="153">
                  <c:v>49.66</c:v>
                </c:pt>
                <c:pt idx="154">
                  <c:v>49.66</c:v>
                </c:pt>
                <c:pt idx="155">
                  <c:v>49.66</c:v>
                </c:pt>
                <c:pt idx="156">
                  <c:v>49.66</c:v>
                </c:pt>
                <c:pt idx="157">
                  <c:v>49.66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SGLang</c:v>
                </c:pt>
              </c:strCache>
            </c:strRef>
          </c:tx>
          <c:spPr>
            <a:solidFill>
              <a:srgbClr val="0072B2"/>
            </a:solidFill>
            <a:ln w="25400" cap="flat">
              <a:solidFill>
                <a:srgbClr val="0072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72B2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Sheet1!$A$2:$A$159</c:f>
              <c:multiLvlStrCache>
                <c:ptCount val="158"/>
                <c:lvl>
                  <c:pt idx="0">
                    <c:v>0</c:v>
                  </c:pt>
                  <c:pt idx="1">
                    <c:v>38</c:v>
                  </c:pt>
                  <c:pt idx="2">
                    <c:v>76</c:v>
                  </c:pt>
                  <c:pt idx="3">
                    <c:v>114</c:v>
                  </c:pt>
                  <c:pt idx="4">
                    <c:v>152</c:v>
                  </c:pt>
                  <c:pt idx="5">
                    <c:v>190</c:v>
                  </c:pt>
                  <c:pt idx="6">
                    <c:v>228</c:v>
                  </c:pt>
                  <c:pt idx="7">
                    <c:v>266</c:v>
                  </c:pt>
                  <c:pt idx="8">
                    <c:v>304</c:v>
                  </c:pt>
                  <c:pt idx="9">
                    <c:v>342</c:v>
                  </c:pt>
                  <c:pt idx="10">
                    <c:v>380</c:v>
                  </c:pt>
                  <c:pt idx="11">
                    <c:v>418</c:v>
                  </c:pt>
                  <c:pt idx="12">
                    <c:v>456</c:v>
                  </c:pt>
                  <c:pt idx="13">
                    <c:v>494</c:v>
                  </c:pt>
                  <c:pt idx="14">
                    <c:v>532</c:v>
                  </c:pt>
                  <c:pt idx="15">
                    <c:v>570</c:v>
                  </c:pt>
                  <c:pt idx="16">
                    <c:v>608</c:v>
                  </c:pt>
                  <c:pt idx="17">
                    <c:v>646</c:v>
                  </c:pt>
                  <c:pt idx="18">
                    <c:v>684</c:v>
                  </c:pt>
                  <c:pt idx="19">
                    <c:v>722</c:v>
                  </c:pt>
                  <c:pt idx="20">
                    <c:v>760</c:v>
                  </c:pt>
                  <c:pt idx="21">
                    <c:v>798</c:v>
                  </c:pt>
                  <c:pt idx="22">
                    <c:v>836</c:v>
                  </c:pt>
                  <c:pt idx="23">
                    <c:v>874</c:v>
                  </c:pt>
                  <c:pt idx="24">
                    <c:v>912</c:v>
                  </c:pt>
                  <c:pt idx="25">
                    <c:v>950</c:v>
                  </c:pt>
                  <c:pt idx="26">
                    <c:v>988</c:v>
                  </c:pt>
                  <c:pt idx="27">
                    <c:v>1026</c:v>
                  </c:pt>
                  <c:pt idx="28">
                    <c:v>1064</c:v>
                  </c:pt>
                  <c:pt idx="29">
                    <c:v>1102</c:v>
                  </c:pt>
                  <c:pt idx="30">
                    <c:v>1140</c:v>
                  </c:pt>
                  <c:pt idx="31">
                    <c:v>1178</c:v>
                  </c:pt>
                  <c:pt idx="32">
                    <c:v>1216</c:v>
                  </c:pt>
                  <c:pt idx="33">
                    <c:v>1254</c:v>
                  </c:pt>
                  <c:pt idx="34">
                    <c:v>1292</c:v>
                  </c:pt>
                  <c:pt idx="35">
                    <c:v>1330</c:v>
                  </c:pt>
                  <c:pt idx="36">
                    <c:v>1368</c:v>
                  </c:pt>
                  <c:pt idx="37">
                    <c:v>1406</c:v>
                  </c:pt>
                  <c:pt idx="38">
                    <c:v>1444</c:v>
                  </c:pt>
                  <c:pt idx="39">
                    <c:v>1482</c:v>
                  </c:pt>
                  <c:pt idx="40">
                    <c:v>1520</c:v>
                  </c:pt>
                  <c:pt idx="41">
                    <c:v>1558</c:v>
                  </c:pt>
                  <c:pt idx="42">
                    <c:v>1596</c:v>
                  </c:pt>
                  <c:pt idx="43">
                    <c:v>1634</c:v>
                  </c:pt>
                  <c:pt idx="44">
                    <c:v>1672</c:v>
                  </c:pt>
                  <c:pt idx="45">
                    <c:v>1710</c:v>
                  </c:pt>
                  <c:pt idx="46">
                    <c:v>1748</c:v>
                  </c:pt>
                  <c:pt idx="47">
                    <c:v>1786</c:v>
                  </c:pt>
                  <c:pt idx="48">
                    <c:v>1824</c:v>
                  </c:pt>
                  <c:pt idx="49">
                    <c:v>1862</c:v>
                  </c:pt>
                  <c:pt idx="50">
                    <c:v>1900</c:v>
                  </c:pt>
                  <c:pt idx="51">
                    <c:v>1938</c:v>
                  </c:pt>
                  <c:pt idx="52">
                    <c:v>1976</c:v>
                  </c:pt>
                  <c:pt idx="53">
                    <c:v>2014</c:v>
                  </c:pt>
                  <c:pt idx="54">
                    <c:v>2052</c:v>
                  </c:pt>
                  <c:pt idx="55">
                    <c:v>2090</c:v>
                  </c:pt>
                  <c:pt idx="56">
                    <c:v>2128</c:v>
                  </c:pt>
                  <c:pt idx="57">
                    <c:v>2166</c:v>
                  </c:pt>
                  <c:pt idx="58">
                    <c:v>2204</c:v>
                  </c:pt>
                  <c:pt idx="59">
                    <c:v>2242</c:v>
                  </c:pt>
                  <c:pt idx="60">
                    <c:v>2280</c:v>
                  </c:pt>
                  <c:pt idx="61">
                    <c:v>2318</c:v>
                  </c:pt>
                  <c:pt idx="62">
                    <c:v>2356</c:v>
                  </c:pt>
                  <c:pt idx="63">
                    <c:v>2394</c:v>
                  </c:pt>
                  <c:pt idx="64">
                    <c:v>2432</c:v>
                  </c:pt>
                  <c:pt idx="65">
                    <c:v>2470</c:v>
                  </c:pt>
                  <c:pt idx="66">
                    <c:v>2508</c:v>
                  </c:pt>
                  <c:pt idx="67">
                    <c:v>2546</c:v>
                  </c:pt>
                  <c:pt idx="68">
                    <c:v>2584</c:v>
                  </c:pt>
                  <c:pt idx="69">
                    <c:v>2622</c:v>
                  </c:pt>
                  <c:pt idx="70">
                    <c:v>2660</c:v>
                  </c:pt>
                  <c:pt idx="71">
                    <c:v>2698</c:v>
                  </c:pt>
                  <c:pt idx="72">
                    <c:v>2736</c:v>
                  </c:pt>
                  <c:pt idx="73">
                    <c:v>2774</c:v>
                  </c:pt>
                  <c:pt idx="74">
                    <c:v>2812</c:v>
                  </c:pt>
                  <c:pt idx="75">
                    <c:v>2850</c:v>
                  </c:pt>
                  <c:pt idx="76">
                    <c:v>2888</c:v>
                  </c:pt>
                  <c:pt idx="77">
                    <c:v>2926</c:v>
                  </c:pt>
                  <c:pt idx="78">
                    <c:v>2964</c:v>
                  </c:pt>
                  <c:pt idx="79">
                    <c:v>3002</c:v>
                  </c:pt>
                  <c:pt idx="80">
                    <c:v>3040</c:v>
                  </c:pt>
                  <c:pt idx="81">
                    <c:v>3078</c:v>
                  </c:pt>
                  <c:pt idx="82">
                    <c:v>3116</c:v>
                  </c:pt>
                  <c:pt idx="83">
                    <c:v>3154</c:v>
                  </c:pt>
                  <c:pt idx="84">
                    <c:v>3192</c:v>
                  </c:pt>
                  <c:pt idx="85">
                    <c:v>3230</c:v>
                  </c:pt>
                  <c:pt idx="86">
                    <c:v>3268</c:v>
                  </c:pt>
                  <c:pt idx="87">
                    <c:v>3306</c:v>
                  </c:pt>
                  <c:pt idx="88">
                    <c:v>3344</c:v>
                  </c:pt>
                  <c:pt idx="89">
                    <c:v>3382</c:v>
                  </c:pt>
                  <c:pt idx="90">
                    <c:v>3420</c:v>
                  </c:pt>
                  <c:pt idx="91">
                    <c:v>3458</c:v>
                  </c:pt>
                  <c:pt idx="92">
                    <c:v>3496</c:v>
                  </c:pt>
                  <c:pt idx="93">
                    <c:v>3534</c:v>
                  </c:pt>
                  <c:pt idx="94">
                    <c:v>3572</c:v>
                  </c:pt>
                  <c:pt idx="95">
                    <c:v>3610</c:v>
                  </c:pt>
                  <c:pt idx="96">
                    <c:v>3648</c:v>
                  </c:pt>
                  <c:pt idx="97">
                    <c:v>3686</c:v>
                  </c:pt>
                  <c:pt idx="98">
                    <c:v>3724</c:v>
                  </c:pt>
                  <c:pt idx="99">
                    <c:v>3762</c:v>
                  </c:pt>
                  <c:pt idx="100">
                    <c:v>3800</c:v>
                  </c:pt>
                  <c:pt idx="101">
                    <c:v>3838</c:v>
                  </c:pt>
                  <c:pt idx="102">
                    <c:v>3876</c:v>
                  </c:pt>
                  <c:pt idx="103">
                    <c:v>3914</c:v>
                  </c:pt>
                  <c:pt idx="104">
                    <c:v>3952</c:v>
                  </c:pt>
                  <c:pt idx="105">
                    <c:v>3990</c:v>
                  </c:pt>
                  <c:pt idx="106">
                    <c:v>4028</c:v>
                  </c:pt>
                  <c:pt idx="107">
                    <c:v>4066</c:v>
                  </c:pt>
                  <c:pt idx="108">
                    <c:v>4104</c:v>
                  </c:pt>
                  <c:pt idx="109">
                    <c:v>4142</c:v>
                  </c:pt>
                  <c:pt idx="110">
                    <c:v>4180</c:v>
                  </c:pt>
                  <c:pt idx="111">
                    <c:v>4218</c:v>
                  </c:pt>
                  <c:pt idx="112">
                    <c:v>4256</c:v>
                  </c:pt>
                  <c:pt idx="113">
                    <c:v>4294</c:v>
                  </c:pt>
                  <c:pt idx="114">
                    <c:v>4332</c:v>
                  </c:pt>
                  <c:pt idx="115">
                    <c:v>4370</c:v>
                  </c:pt>
                  <c:pt idx="116">
                    <c:v>4408</c:v>
                  </c:pt>
                  <c:pt idx="117">
                    <c:v>4446</c:v>
                  </c:pt>
                  <c:pt idx="118">
                    <c:v>4484</c:v>
                  </c:pt>
                  <c:pt idx="119">
                    <c:v>4522</c:v>
                  </c:pt>
                  <c:pt idx="120">
                    <c:v>4560</c:v>
                  </c:pt>
                  <c:pt idx="121">
                    <c:v>4598</c:v>
                  </c:pt>
                  <c:pt idx="122">
                    <c:v>4636</c:v>
                  </c:pt>
                  <c:pt idx="123">
                    <c:v>4674</c:v>
                  </c:pt>
                  <c:pt idx="124">
                    <c:v>4712</c:v>
                  </c:pt>
                  <c:pt idx="125">
                    <c:v>4750</c:v>
                  </c:pt>
                  <c:pt idx="126">
                    <c:v>4788</c:v>
                  </c:pt>
                  <c:pt idx="127">
                    <c:v>4826</c:v>
                  </c:pt>
                  <c:pt idx="128">
                    <c:v>4864</c:v>
                  </c:pt>
                  <c:pt idx="129">
                    <c:v>4902</c:v>
                  </c:pt>
                  <c:pt idx="130">
                    <c:v>4940</c:v>
                  </c:pt>
                  <c:pt idx="131">
                    <c:v>4978</c:v>
                  </c:pt>
                  <c:pt idx="132">
                    <c:v>5016</c:v>
                  </c:pt>
                  <c:pt idx="133">
                    <c:v>5054</c:v>
                  </c:pt>
                  <c:pt idx="134">
                    <c:v>5092</c:v>
                  </c:pt>
                  <c:pt idx="135">
                    <c:v>5130</c:v>
                  </c:pt>
                  <c:pt idx="136">
                    <c:v>5168</c:v>
                  </c:pt>
                  <c:pt idx="137">
                    <c:v>5206</c:v>
                  </c:pt>
                  <c:pt idx="138">
                    <c:v>5244</c:v>
                  </c:pt>
                  <c:pt idx="139">
                    <c:v>5282</c:v>
                  </c:pt>
                  <c:pt idx="140">
                    <c:v>5320</c:v>
                  </c:pt>
                  <c:pt idx="141">
                    <c:v>5358</c:v>
                  </c:pt>
                  <c:pt idx="142">
                    <c:v>5396</c:v>
                  </c:pt>
                  <c:pt idx="143">
                    <c:v>5434</c:v>
                  </c:pt>
                  <c:pt idx="144">
                    <c:v>5472</c:v>
                  </c:pt>
                  <c:pt idx="145">
                    <c:v>5510</c:v>
                  </c:pt>
                  <c:pt idx="146">
                    <c:v>5548</c:v>
                  </c:pt>
                  <c:pt idx="147">
                    <c:v>5586</c:v>
                  </c:pt>
                  <c:pt idx="148">
                    <c:v>5624</c:v>
                  </c:pt>
                  <c:pt idx="149">
                    <c:v>5662</c:v>
                  </c:pt>
                  <c:pt idx="150">
                    <c:v>5700</c:v>
                  </c:pt>
                  <c:pt idx="151">
                    <c:v>5738</c:v>
                  </c:pt>
                  <c:pt idx="152">
                    <c:v>5776</c:v>
                  </c:pt>
                  <c:pt idx="153">
                    <c:v>5814</c:v>
                  </c:pt>
                  <c:pt idx="154">
                    <c:v>5852</c:v>
                  </c:pt>
                  <c:pt idx="155">
                    <c:v>5890</c:v>
                  </c:pt>
                  <c:pt idx="156">
                    <c:v>5928</c:v>
                  </c:pt>
                  <c:pt idx="157">
                    <c:v>5966</c:v>
                  </c:pt>
                </c:lvl>
              </c:multiLvlStrCache>
            </c:multiLvlStrRef>
          </c:cat>
          <c:val>
            <c:numRef>
              <c:f>Sheet1!$C$2:$C$159</c:f>
              <c:numCache>
                <c:formatCode>General</c:formatCode>
                <c:ptCount val="158"/>
                <c:pt idx="0">
                  <c:v>49.51</c:v>
                </c:pt>
                <c:pt idx="1">
                  <c:v>49.63</c:v>
                </c:pt>
                <c:pt idx="2">
                  <c:v>49.63</c:v>
                </c:pt>
                <c:pt idx="3">
                  <c:v>49.63</c:v>
                </c:pt>
                <c:pt idx="4">
                  <c:v>49.64</c:v>
                </c:pt>
                <c:pt idx="5">
                  <c:v>49.64</c:v>
                </c:pt>
                <c:pt idx="6">
                  <c:v>49.64</c:v>
                </c:pt>
                <c:pt idx="7">
                  <c:v>49.64</c:v>
                </c:pt>
                <c:pt idx="8">
                  <c:v>49.64</c:v>
                </c:pt>
                <c:pt idx="9">
                  <c:v>49.64</c:v>
                </c:pt>
                <c:pt idx="10">
                  <c:v>49.64</c:v>
                </c:pt>
                <c:pt idx="11">
                  <c:v>49.64</c:v>
                </c:pt>
                <c:pt idx="12">
                  <c:v>49.64</c:v>
                </c:pt>
                <c:pt idx="13">
                  <c:v>49.64</c:v>
                </c:pt>
                <c:pt idx="14">
                  <c:v>49.64</c:v>
                </c:pt>
                <c:pt idx="15">
                  <c:v>49.64</c:v>
                </c:pt>
                <c:pt idx="16">
                  <c:v>49.64</c:v>
                </c:pt>
                <c:pt idx="17">
                  <c:v>49.64</c:v>
                </c:pt>
                <c:pt idx="18">
                  <c:v>49.64</c:v>
                </c:pt>
                <c:pt idx="19">
                  <c:v>49.64</c:v>
                </c:pt>
                <c:pt idx="20">
                  <c:v>49.64</c:v>
                </c:pt>
                <c:pt idx="21">
                  <c:v>49.65</c:v>
                </c:pt>
                <c:pt idx="22">
                  <c:v>49.65</c:v>
                </c:pt>
                <c:pt idx="23">
                  <c:v>49.65</c:v>
                </c:pt>
                <c:pt idx="24">
                  <c:v>49.65</c:v>
                </c:pt>
                <c:pt idx="25">
                  <c:v>49.65</c:v>
                </c:pt>
                <c:pt idx="26">
                  <c:v>49.65</c:v>
                </c:pt>
                <c:pt idx="27">
                  <c:v>49.65</c:v>
                </c:pt>
                <c:pt idx="28">
                  <c:v>49.65</c:v>
                </c:pt>
                <c:pt idx="29">
                  <c:v>49.65</c:v>
                </c:pt>
                <c:pt idx="30">
                  <c:v>49.65</c:v>
                </c:pt>
                <c:pt idx="31">
                  <c:v>49.65</c:v>
                </c:pt>
                <c:pt idx="32">
                  <c:v>49.65</c:v>
                </c:pt>
                <c:pt idx="33">
                  <c:v>49.65</c:v>
                </c:pt>
                <c:pt idx="34">
                  <c:v>49.65</c:v>
                </c:pt>
                <c:pt idx="35">
                  <c:v>49.65</c:v>
                </c:pt>
                <c:pt idx="36">
                  <c:v>49.65</c:v>
                </c:pt>
                <c:pt idx="37">
                  <c:v>49.65</c:v>
                </c:pt>
                <c:pt idx="38">
                  <c:v>49.65</c:v>
                </c:pt>
                <c:pt idx="39">
                  <c:v>49.65</c:v>
                </c:pt>
                <c:pt idx="40">
                  <c:v>49.65</c:v>
                </c:pt>
                <c:pt idx="41">
                  <c:v>49.65</c:v>
                </c:pt>
                <c:pt idx="42">
                  <c:v>49.65</c:v>
                </c:pt>
                <c:pt idx="43">
                  <c:v>49.65</c:v>
                </c:pt>
                <c:pt idx="44">
                  <c:v>49.65</c:v>
                </c:pt>
                <c:pt idx="45">
                  <c:v>49.65</c:v>
                </c:pt>
                <c:pt idx="46">
                  <c:v>49.65</c:v>
                </c:pt>
                <c:pt idx="47">
                  <c:v>49.65</c:v>
                </c:pt>
                <c:pt idx="48">
                  <c:v>49.65</c:v>
                </c:pt>
                <c:pt idx="49">
                  <c:v>49.65</c:v>
                </c:pt>
                <c:pt idx="50">
                  <c:v>49.65</c:v>
                </c:pt>
                <c:pt idx="51">
                  <c:v>49.65</c:v>
                </c:pt>
                <c:pt idx="52">
                  <c:v>49.65</c:v>
                </c:pt>
                <c:pt idx="53">
                  <c:v>49.65</c:v>
                </c:pt>
                <c:pt idx="54">
                  <c:v>49.65</c:v>
                </c:pt>
                <c:pt idx="55">
                  <c:v>49.65</c:v>
                </c:pt>
                <c:pt idx="56">
                  <c:v>49.65</c:v>
                </c:pt>
                <c:pt idx="57">
                  <c:v>49.65</c:v>
                </c:pt>
                <c:pt idx="58">
                  <c:v>49.65</c:v>
                </c:pt>
                <c:pt idx="59">
                  <c:v>49.65</c:v>
                </c:pt>
                <c:pt idx="60">
                  <c:v>49.65</c:v>
                </c:pt>
                <c:pt idx="61">
                  <c:v>49.65</c:v>
                </c:pt>
                <c:pt idx="62">
                  <c:v>49.65</c:v>
                </c:pt>
                <c:pt idx="63">
                  <c:v>49.65</c:v>
                </c:pt>
                <c:pt idx="64">
                  <c:v>49.65</c:v>
                </c:pt>
                <c:pt idx="65">
                  <c:v>49.65</c:v>
                </c:pt>
                <c:pt idx="66">
                  <c:v>49.65</c:v>
                </c:pt>
                <c:pt idx="67">
                  <c:v>49.65</c:v>
                </c:pt>
                <c:pt idx="68">
                  <c:v>49.65</c:v>
                </c:pt>
                <c:pt idx="69">
                  <c:v>49.65</c:v>
                </c:pt>
                <c:pt idx="70">
                  <c:v>49.65</c:v>
                </c:pt>
                <c:pt idx="71">
                  <c:v>49.65</c:v>
                </c:pt>
                <c:pt idx="72">
                  <c:v>49.65</c:v>
                </c:pt>
                <c:pt idx="73">
                  <c:v>49.65</c:v>
                </c:pt>
                <c:pt idx="74">
                  <c:v>49.65</c:v>
                </c:pt>
                <c:pt idx="75">
                  <c:v>49.65</c:v>
                </c:pt>
                <c:pt idx="76">
                  <c:v>49.65</c:v>
                </c:pt>
                <c:pt idx="77">
                  <c:v>49.65</c:v>
                </c:pt>
                <c:pt idx="78">
                  <c:v>49.65</c:v>
                </c:pt>
                <c:pt idx="79">
                  <c:v>49.65</c:v>
                </c:pt>
                <c:pt idx="80">
                  <c:v>49.65</c:v>
                </c:pt>
                <c:pt idx="81">
                  <c:v>49.65</c:v>
                </c:pt>
                <c:pt idx="82">
                  <c:v>49.65</c:v>
                </c:pt>
                <c:pt idx="83">
                  <c:v>49.65</c:v>
                </c:pt>
                <c:pt idx="84">
                  <c:v>49.65</c:v>
                </c:pt>
                <c:pt idx="85">
                  <c:v>49.65</c:v>
                </c:pt>
                <c:pt idx="86">
                  <c:v>49.65</c:v>
                </c:pt>
                <c:pt idx="87">
                  <c:v>49.65</c:v>
                </c:pt>
                <c:pt idx="88">
                  <c:v>49.65</c:v>
                </c:pt>
                <c:pt idx="89">
                  <c:v>49.65</c:v>
                </c:pt>
                <c:pt idx="90">
                  <c:v>49.65</c:v>
                </c:pt>
                <c:pt idx="91">
                  <c:v>49.65</c:v>
                </c:pt>
                <c:pt idx="92">
                  <c:v>49.65</c:v>
                </c:pt>
                <c:pt idx="93">
                  <c:v>49.65</c:v>
                </c:pt>
                <c:pt idx="94">
                  <c:v>49.65</c:v>
                </c:pt>
                <c:pt idx="95">
                  <c:v>49.65</c:v>
                </c:pt>
                <c:pt idx="96">
                  <c:v>49.65</c:v>
                </c:pt>
                <c:pt idx="97">
                  <c:v>49.65</c:v>
                </c:pt>
                <c:pt idx="98">
                  <c:v>49.65</c:v>
                </c:pt>
                <c:pt idx="99">
                  <c:v>49.65</c:v>
                </c:pt>
                <c:pt idx="100">
                  <c:v>49.65</c:v>
                </c:pt>
                <c:pt idx="101">
                  <c:v>49.65</c:v>
                </c:pt>
                <c:pt idx="102">
                  <c:v>49.65</c:v>
                </c:pt>
                <c:pt idx="103">
                  <c:v>49.65</c:v>
                </c:pt>
                <c:pt idx="104">
                  <c:v>49.65</c:v>
                </c:pt>
                <c:pt idx="105">
                  <c:v>49.65</c:v>
                </c:pt>
                <c:pt idx="106">
                  <c:v>49.65</c:v>
                </c:pt>
                <c:pt idx="107">
                  <c:v>49.65</c:v>
                </c:pt>
                <c:pt idx="108">
                  <c:v>49.65</c:v>
                </c:pt>
                <c:pt idx="109">
                  <c:v>49.65</c:v>
                </c:pt>
                <c:pt idx="110">
                  <c:v>49.65</c:v>
                </c:pt>
                <c:pt idx="111">
                  <c:v>49.65</c:v>
                </c:pt>
                <c:pt idx="112">
                  <c:v>49.65</c:v>
                </c:pt>
                <c:pt idx="113">
                  <c:v>49.65</c:v>
                </c:pt>
                <c:pt idx="114">
                  <c:v>49.65</c:v>
                </c:pt>
                <c:pt idx="115">
                  <c:v>49.65</c:v>
                </c:pt>
                <c:pt idx="116">
                  <c:v>49.65</c:v>
                </c:pt>
                <c:pt idx="117">
                  <c:v>49.65</c:v>
                </c:pt>
                <c:pt idx="118">
                  <c:v>49.65</c:v>
                </c:pt>
                <c:pt idx="119">
                  <c:v>49.65</c:v>
                </c:pt>
                <c:pt idx="120">
                  <c:v>49.65</c:v>
                </c:pt>
                <c:pt idx="121">
                  <c:v>49.65</c:v>
                </c:pt>
                <c:pt idx="122">
                  <c:v>49.65</c:v>
                </c:pt>
                <c:pt idx="123">
                  <c:v>49.65</c:v>
                </c:pt>
                <c:pt idx="124">
                  <c:v>49.65</c:v>
                </c:pt>
                <c:pt idx="125">
                  <c:v>49.65</c:v>
                </c:pt>
                <c:pt idx="126">
                  <c:v>49.65</c:v>
                </c:pt>
                <c:pt idx="127">
                  <c:v>49.65</c:v>
                </c:pt>
                <c:pt idx="128">
                  <c:v>49.65</c:v>
                </c:pt>
                <c:pt idx="129">
                  <c:v>49.65</c:v>
                </c:pt>
                <c:pt idx="130">
                  <c:v>49.65</c:v>
                </c:pt>
                <c:pt idx="131">
                  <c:v>49.65</c:v>
                </c:pt>
                <c:pt idx="132">
                  <c:v>49.65</c:v>
                </c:pt>
                <c:pt idx="133">
                  <c:v>49.65</c:v>
                </c:pt>
                <c:pt idx="134">
                  <c:v>49.65</c:v>
                </c:pt>
                <c:pt idx="135">
                  <c:v>49.65</c:v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009E73"/>
            </a:solidFill>
            <a:ln w="25400" cap="flat">
              <a:solidFill>
                <a:srgbClr val="009E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9E73"/>
              </a:solidFill>
              <a:ln w="9525" cap="flat">
                <a:solidFill>
                  <a:srgbClr val="009E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Sheet1!$A$2:$A$159</c:f>
              <c:multiLvlStrCache>
                <c:ptCount val="158"/>
                <c:lvl>
                  <c:pt idx="0">
                    <c:v>0</c:v>
                  </c:pt>
                  <c:pt idx="1">
                    <c:v>38</c:v>
                  </c:pt>
                  <c:pt idx="2">
                    <c:v>76</c:v>
                  </c:pt>
                  <c:pt idx="3">
                    <c:v>114</c:v>
                  </c:pt>
                  <c:pt idx="4">
                    <c:v>152</c:v>
                  </c:pt>
                  <c:pt idx="5">
                    <c:v>190</c:v>
                  </c:pt>
                  <c:pt idx="6">
                    <c:v>228</c:v>
                  </c:pt>
                  <c:pt idx="7">
                    <c:v>266</c:v>
                  </c:pt>
                  <c:pt idx="8">
                    <c:v>304</c:v>
                  </c:pt>
                  <c:pt idx="9">
                    <c:v>342</c:v>
                  </c:pt>
                  <c:pt idx="10">
                    <c:v>380</c:v>
                  </c:pt>
                  <c:pt idx="11">
                    <c:v>418</c:v>
                  </c:pt>
                  <c:pt idx="12">
                    <c:v>456</c:v>
                  </c:pt>
                  <c:pt idx="13">
                    <c:v>494</c:v>
                  </c:pt>
                  <c:pt idx="14">
                    <c:v>532</c:v>
                  </c:pt>
                  <c:pt idx="15">
                    <c:v>570</c:v>
                  </c:pt>
                  <c:pt idx="16">
                    <c:v>608</c:v>
                  </c:pt>
                  <c:pt idx="17">
                    <c:v>646</c:v>
                  </c:pt>
                  <c:pt idx="18">
                    <c:v>684</c:v>
                  </c:pt>
                  <c:pt idx="19">
                    <c:v>722</c:v>
                  </c:pt>
                  <c:pt idx="20">
                    <c:v>760</c:v>
                  </c:pt>
                  <c:pt idx="21">
                    <c:v>798</c:v>
                  </c:pt>
                  <c:pt idx="22">
                    <c:v>836</c:v>
                  </c:pt>
                  <c:pt idx="23">
                    <c:v>874</c:v>
                  </c:pt>
                  <c:pt idx="24">
                    <c:v>912</c:v>
                  </c:pt>
                  <c:pt idx="25">
                    <c:v>950</c:v>
                  </c:pt>
                  <c:pt idx="26">
                    <c:v>988</c:v>
                  </c:pt>
                  <c:pt idx="27">
                    <c:v>1026</c:v>
                  </c:pt>
                  <c:pt idx="28">
                    <c:v>1064</c:v>
                  </c:pt>
                  <c:pt idx="29">
                    <c:v>1102</c:v>
                  </c:pt>
                  <c:pt idx="30">
                    <c:v>1140</c:v>
                  </c:pt>
                  <c:pt idx="31">
                    <c:v>1178</c:v>
                  </c:pt>
                  <c:pt idx="32">
                    <c:v>1216</c:v>
                  </c:pt>
                  <c:pt idx="33">
                    <c:v>1254</c:v>
                  </c:pt>
                  <c:pt idx="34">
                    <c:v>1292</c:v>
                  </c:pt>
                  <c:pt idx="35">
                    <c:v>1330</c:v>
                  </c:pt>
                  <c:pt idx="36">
                    <c:v>1368</c:v>
                  </c:pt>
                  <c:pt idx="37">
                    <c:v>1406</c:v>
                  </c:pt>
                  <c:pt idx="38">
                    <c:v>1444</c:v>
                  </c:pt>
                  <c:pt idx="39">
                    <c:v>1482</c:v>
                  </c:pt>
                  <c:pt idx="40">
                    <c:v>1520</c:v>
                  </c:pt>
                  <c:pt idx="41">
                    <c:v>1558</c:v>
                  </c:pt>
                  <c:pt idx="42">
                    <c:v>1596</c:v>
                  </c:pt>
                  <c:pt idx="43">
                    <c:v>1634</c:v>
                  </c:pt>
                  <c:pt idx="44">
                    <c:v>1672</c:v>
                  </c:pt>
                  <c:pt idx="45">
                    <c:v>1710</c:v>
                  </c:pt>
                  <c:pt idx="46">
                    <c:v>1748</c:v>
                  </c:pt>
                  <c:pt idx="47">
                    <c:v>1786</c:v>
                  </c:pt>
                  <c:pt idx="48">
                    <c:v>1824</c:v>
                  </c:pt>
                  <c:pt idx="49">
                    <c:v>1862</c:v>
                  </c:pt>
                  <c:pt idx="50">
                    <c:v>1900</c:v>
                  </c:pt>
                  <c:pt idx="51">
                    <c:v>1938</c:v>
                  </c:pt>
                  <c:pt idx="52">
                    <c:v>1976</c:v>
                  </c:pt>
                  <c:pt idx="53">
                    <c:v>2014</c:v>
                  </c:pt>
                  <c:pt idx="54">
                    <c:v>2052</c:v>
                  </c:pt>
                  <c:pt idx="55">
                    <c:v>2090</c:v>
                  </c:pt>
                  <c:pt idx="56">
                    <c:v>2128</c:v>
                  </c:pt>
                  <c:pt idx="57">
                    <c:v>2166</c:v>
                  </c:pt>
                  <c:pt idx="58">
                    <c:v>2204</c:v>
                  </c:pt>
                  <c:pt idx="59">
                    <c:v>2242</c:v>
                  </c:pt>
                  <c:pt idx="60">
                    <c:v>2280</c:v>
                  </c:pt>
                  <c:pt idx="61">
                    <c:v>2318</c:v>
                  </c:pt>
                  <c:pt idx="62">
                    <c:v>2356</c:v>
                  </c:pt>
                  <c:pt idx="63">
                    <c:v>2394</c:v>
                  </c:pt>
                  <c:pt idx="64">
                    <c:v>2432</c:v>
                  </c:pt>
                  <c:pt idx="65">
                    <c:v>2470</c:v>
                  </c:pt>
                  <c:pt idx="66">
                    <c:v>2508</c:v>
                  </c:pt>
                  <c:pt idx="67">
                    <c:v>2546</c:v>
                  </c:pt>
                  <c:pt idx="68">
                    <c:v>2584</c:v>
                  </c:pt>
                  <c:pt idx="69">
                    <c:v>2622</c:v>
                  </c:pt>
                  <c:pt idx="70">
                    <c:v>2660</c:v>
                  </c:pt>
                  <c:pt idx="71">
                    <c:v>2698</c:v>
                  </c:pt>
                  <c:pt idx="72">
                    <c:v>2736</c:v>
                  </c:pt>
                  <c:pt idx="73">
                    <c:v>2774</c:v>
                  </c:pt>
                  <c:pt idx="74">
                    <c:v>2812</c:v>
                  </c:pt>
                  <c:pt idx="75">
                    <c:v>2850</c:v>
                  </c:pt>
                  <c:pt idx="76">
                    <c:v>2888</c:v>
                  </c:pt>
                  <c:pt idx="77">
                    <c:v>2926</c:v>
                  </c:pt>
                  <c:pt idx="78">
                    <c:v>2964</c:v>
                  </c:pt>
                  <c:pt idx="79">
                    <c:v>3002</c:v>
                  </c:pt>
                  <c:pt idx="80">
                    <c:v>3040</c:v>
                  </c:pt>
                  <c:pt idx="81">
                    <c:v>3078</c:v>
                  </c:pt>
                  <c:pt idx="82">
                    <c:v>3116</c:v>
                  </c:pt>
                  <c:pt idx="83">
                    <c:v>3154</c:v>
                  </c:pt>
                  <c:pt idx="84">
                    <c:v>3192</c:v>
                  </c:pt>
                  <c:pt idx="85">
                    <c:v>3230</c:v>
                  </c:pt>
                  <c:pt idx="86">
                    <c:v>3268</c:v>
                  </c:pt>
                  <c:pt idx="87">
                    <c:v>3306</c:v>
                  </c:pt>
                  <c:pt idx="88">
                    <c:v>3344</c:v>
                  </c:pt>
                  <c:pt idx="89">
                    <c:v>3382</c:v>
                  </c:pt>
                  <c:pt idx="90">
                    <c:v>3420</c:v>
                  </c:pt>
                  <c:pt idx="91">
                    <c:v>3458</c:v>
                  </c:pt>
                  <c:pt idx="92">
                    <c:v>3496</c:v>
                  </c:pt>
                  <c:pt idx="93">
                    <c:v>3534</c:v>
                  </c:pt>
                  <c:pt idx="94">
                    <c:v>3572</c:v>
                  </c:pt>
                  <c:pt idx="95">
                    <c:v>3610</c:v>
                  </c:pt>
                  <c:pt idx="96">
                    <c:v>3648</c:v>
                  </c:pt>
                  <c:pt idx="97">
                    <c:v>3686</c:v>
                  </c:pt>
                  <c:pt idx="98">
                    <c:v>3724</c:v>
                  </c:pt>
                  <c:pt idx="99">
                    <c:v>3762</c:v>
                  </c:pt>
                  <c:pt idx="100">
                    <c:v>3800</c:v>
                  </c:pt>
                  <c:pt idx="101">
                    <c:v>3838</c:v>
                  </c:pt>
                  <c:pt idx="102">
                    <c:v>3876</c:v>
                  </c:pt>
                  <c:pt idx="103">
                    <c:v>3914</c:v>
                  </c:pt>
                  <c:pt idx="104">
                    <c:v>3952</c:v>
                  </c:pt>
                  <c:pt idx="105">
                    <c:v>3990</c:v>
                  </c:pt>
                  <c:pt idx="106">
                    <c:v>4028</c:v>
                  </c:pt>
                  <c:pt idx="107">
                    <c:v>4066</c:v>
                  </c:pt>
                  <c:pt idx="108">
                    <c:v>4104</c:v>
                  </c:pt>
                  <c:pt idx="109">
                    <c:v>4142</c:v>
                  </c:pt>
                  <c:pt idx="110">
                    <c:v>4180</c:v>
                  </c:pt>
                  <c:pt idx="111">
                    <c:v>4218</c:v>
                  </c:pt>
                  <c:pt idx="112">
                    <c:v>4256</c:v>
                  </c:pt>
                  <c:pt idx="113">
                    <c:v>4294</c:v>
                  </c:pt>
                  <c:pt idx="114">
                    <c:v>4332</c:v>
                  </c:pt>
                  <c:pt idx="115">
                    <c:v>4370</c:v>
                  </c:pt>
                  <c:pt idx="116">
                    <c:v>4408</c:v>
                  </c:pt>
                  <c:pt idx="117">
                    <c:v>4446</c:v>
                  </c:pt>
                  <c:pt idx="118">
                    <c:v>4484</c:v>
                  </c:pt>
                  <c:pt idx="119">
                    <c:v>4522</c:v>
                  </c:pt>
                  <c:pt idx="120">
                    <c:v>4560</c:v>
                  </c:pt>
                  <c:pt idx="121">
                    <c:v>4598</c:v>
                  </c:pt>
                  <c:pt idx="122">
                    <c:v>4636</c:v>
                  </c:pt>
                  <c:pt idx="123">
                    <c:v>4674</c:v>
                  </c:pt>
                  <c:pt idx="124">
                    <c:v>4712</c:v>
                  </c:pt>
                  <c:pt idx="125">
                    <c:v>4750</c:v>
                  </c:pt>
                  <c:pt idx="126">
                    <c:v>4788</c:v>
                  </c:pt>
                  <c:pt idx="127">
                    <c:v>4826</c:v>
                  </c:pt>
                  <c:pt idx="128">
                    <c:v>4864</c:v>
                  </c:pt>
                  <c:pt idx="129">
                    <c:v>4902</c:v>
                  </c:pt>
                  <c:pt idx="130">
                    <c:v>4940</c:v>
                  </c:pt>
                  <c:pt idx="131">
                    <c:v>4978</c:v>
                  </c:pt>
                  <c:pt idx="132">
                    <c:v>5016</c:v>
                  </c:pt>
                  <c:pt idx="133">
                    <c:v>5054</c:v>
                  </c:pt>
                  <c:pt idx="134">
                    <c:v>5092</c:v>
                  </c:pt>
                  <c:pt idx="135">
                    <c:v>5130</c:v>
                  </c:pt>
                  <c:pt idx="136">
                    <c:v>5168</c:v>
                  </c:pt>
                  <c:pt idx="137">
                    <c:v>5206</c:v>
                  </c:pt>
                  <c:pt idx="138">
                    <c:v>5244</c:v>
                  </c:pt>
                  <c:pt idx="139">
                    <c:v>5282</c:v>
                  </c:pt>
                  <c:pt idx="140">
                    <c:v>5320</c:v>
                  </c:pt>
                  <c:pt idx="141">
                    <c:v>5358</c:v>
                  </c:pt>
                  <c:pt idx="142">
                    <c:v>5396</c:v>
                  </c:pt>
                  <c:pt idx="143">
                    <c:v>5434</c:v>
                  </c:pt>
                  <c:pt idx="144">
                    <c:v>5472</c:v>
                  </c:pt>
                  <c:pt idx="145">
                    <c:v>5510</c:v>
                  </c:pt>
                  <c:pt idx="146">
                    <c:v>5548</c:v>
                  </c:pt>
                  <c:pt idx="147">
                    <c:v>5586</c:v>
                  </c:pt>
                  <c:pt idx="148">
                    <c:v>5624</c:v>
                  </c:pt>
                  <c:pt idx="149">
                    <c:v>5662</c:v>
                  </c:pt>
                  <c:pt idx="150">
                    <c:v>5700</c:v>
                  </c:pt>
                  <c:pt idx="151">
                    <c:v>5738</c:v>
                  </c:pt>
                  <c:pt idx="152">
                    <c:v>5776</c:v>
                  </c:pt>
                  <c:pt idx="153">
                    <c:v>5814</c:v>
                  </c:pt>
                  <c:pt idx="154">
                    <c:v>5852</c:v>
                  </c:pt>
                  <c:pt idx="155">
                    <c:v>5890</c:v>
                  </c:pt>
                  <c:pt idx="156">
                    <c:v>5928</c:v>
                  </c:pt>
                  <c:pt idx="157">
                    <c:v>5966</c:v>
                  </c:pt>
                </c:lvl>
              </c:multiLvlStrCache>
            </c:multiLvlStrRef>
          </c:cat>
          <c:val>
            <c:numRef>
              <c:f>Sheet1!$D$2:$D$159</c:f>
              <c:numCache>
                <c:formatCode>General</c:formatCode>
                <c:ptCount val="158"/>
                <c:pt idx="0">
                  <c:v>85.51</c:v>
                </c:pt>
                <c:pt idx="1">
                  <c:v>86.93</c:v>
                </c:pt>
                <c:pt idx="2">
                  <c:v>88.65</c:v>
                </c:pt>
                <c:pt idx="3">
                  <c:v>89.48</c:v>
                </c:pt>
                <c:pt idx="4">
                  <c:v>90.88</c:v>
                </c:pt>
                <c:pt idx="5">
                  <c:v>90.88</c:v>
                </c:pt>
                <c:pt idx="6">
                  <c:v>90.88</c:v>
                </c:pt>
                <c:pt idx="7">
                  <c:v>90.88</c:v>
                </c:pt>
                <c:pt idx="8">
                  <c:v>90.88</c:v>
                </c:pt>
                <c:pt idx="9">
                  <c:v>90.88</c:v>
                </c:pt>
                <c:pt idx="10">
                  <c:v>90.88</c:v>
                </c:pt>
                <c:pt idx="11">
                  <c:v>90.88</c:v>
                </c:pt>
                <c:pt idx="12">
                  <c:v>90.88</c:v>
                </c:pt>
                <c:pt idx="13">
                  <c:v>90.88</c:v>
                </c:pt>
                <c:pt idx="14">
                  <c:v>90.88</c:v>
                </c:pt>
                <c:pt idx="15">
                  <c:v>90.88</c:v>
                </c:pt>
                <c:pt idx="16">
                  <c:v>90.88</c:v>
                </c:pt>
                <c:pt idx="17">
                  <c:v>90.88</c:v>
                </c:pt>
                <c:pt idx="18">
                  <c:v>90.88</c:v>
                </c:pt>
                <c:pt idx="19">
                  <c:v>91.24</c:v>
                </c:pt>
                <c:pt idx="20">
                  <c:v>91.61</c:v>
                </c:pt>
                <c:pt idx="21">
                  <c:v>91.61</c:v>
                </c:pt>
                <c:pt idx="22">
                  <c:v>91.61</c:v>
                </c:pt>
                <c:pt idx="23">
                  <c:v>91.61</c:v>
                </c:pt>
                <c:pt idx="24">
                  <c:v>91.61</c:v>
                </c:pt>
                <c:pt idx="25">
                  <c:v>91.61</c:v>
                </c:pt>
                <c:pt idx="26">
                  <c:v>91.61</c:v>
                </c:pt>
                <c:pt idx="27">
                  <c:v>91.61</c:v>
                </c:pt>
                <c:pt idx="28">
                  <c:v>91.61</c:v>
                </c:pt>
                <c:pt idx="29">
                  <c:v>91.61</c:v>
                </c:pt>
                <c:pt idx="30">
                  <c:v>91.61</c:v>
                </c:pt>
                <c:pt idx="31">
                  <c:v>91.61</c:v>
                </c:pt>
                <c:pt idx="32">
                  <c:v>91.61</c:v>
                </c:pt>
                <c:pt idx="33">
                  <c:v>91.61</c:v>
                </c:pt>
                <c:pt idx="34">
                  <c:v>91.61</c:v>
                </c:pt>
                <c:pt idx="35">
                  <c:v>91.61</c:v>
                </c:pt>
                <c:pt idx="36">
                  <c:v>91.98</c:v>
                </c:pt>
                <c:pt idx="37">
                  <c:v>91.98</c:v>
                </c:pt>
                <c:pt idx="38">
                  <c:v>91.98</c:v>
                </c:pt>
                <c:pt idx="39">
                  <c:v>91.98</c:v>
                </c:pt>
                <c:pt idx="40">
                  <c:v>91.98</c:v>
                </c:pt>
                <c:pt idx="41">
                  <c:v>91.98</c:v>
                </c:pt>
                <c:pt idx="42">
                  <c:v>91.98</c:v>
                </c:pt>
                <c:pt idx="43">
                  <c:v>91.98</c:v>
                </c:pt>
                <c:pt idx="44">
                  <c:v>91.98</c:v>
                </c:pt>
                <c:pt idx="45">
                  <c:v>91.98</c:v>
                </c:pt>
                <c:pt idx="46">
                  <c:v>91.98</c:v>
                </c:pt>
                <c:pt idx="47">
                  <c:v>91.98</c:v>
                </c:pt>
                <c:pt idx="48">
                  <c:v>91.98</c:v>
                </c:pt>
                <c:pt idx="49">
                  <c:v>91.98</c:v>
                </c:pt>
                <c:pt idx="50">
                  <c:v>91.98</c:v>
                </c:pt>
                <c:pt idx="51">
                  <c:v>91.98</c:v>
                </c:pt>
                <c:pt idx="52">
                  <c:v>91.98</c:v>
                </c:pt>
                <c:pt idx="53">
                  <c:v>91.98</c:v>
                </c:pt>
                <c:pt idx="54">
                  <c:v>91.98</c:v>
                </c:pt>
                <c:pt idx="55">
                  <c:v>91.98</c:v>
                </c:pt>
                <c:pt idx="56">
                  <c:v>91.98</c:v>
                </c:pt>
                <c:pt idx="57">
                  <c:v>91.98</c:v>
                </c:pt>
                <c:pt idx="58">
                  <c:v>91.98</c:v>
                </c:pt>
                <c:pt idx="59">
                  <c:v>91.98</c:v>
                </c:pt>
                <c:pt idx="60">
                  <c:v>91.98</c:v>
                </c:pt>
                <c:pt idx="61">
                  <c:v>91.98</c:v>
                </c:pt>
                <c:pt idx="62">
                  <c:v>91.98</c:v>
                </c:pt>
                <c:pt idx="63">
                  <c:v>91.98</c:v>
                </c:pt>
                <c:pt idx="64">
                  <c:v>91.98</c:v>
                </c:pt>
                <c:pt idx="65">
                  <c:v>91.98</c:v>
                </c:pt>
                <c:pt idx="66">
                  <c:v>91.98</c:v>
                </c:pt>
                <c:pt idx="67">
                  <c:v>91.98</c:v>
                </c:pt>
                <c:pt idx="68">
                  <c:v>91.98</c:v>
                </c:pt>
                <c:pt idx="69">
                  <c:v>91.98</c:v>
                </c:pt>
                <c:pt idx="70">
                  <c:v>91.98</c:v>
                </c:pt>
                <c:pt idx="71">
                  <c:v>91.98</c:v>
                </c:pt>
                <c:pt idx="72">
                  <c:v>91.98</c:v>
                </c:pt>
                <c:pt idx="73">
                  <c:v>91.98</c:v>
                </c:pt>
                <c:pt idx="74">
                  <c:v>91.98</c:v>
                </c:pt>
                <c:pt idx="75">
                  <c:v>91.98</c:v>
                </c:pt>
                <c:pt idx="76">
                  <c:v>91.98</c:v>
                </c:pt>
                <c:pt idx="77">
                  <c:v>91.98</c:v>
                </c:pt>
                <c:pt idx="78">
                  <c:v>91.98</c:v>
                </c:pt>
                <c:pt idx="79">
                  <c:v>91.98</c:v>
                </c:pt>
                <c:pt idx="80">
                  <c:v>91.98</c:v>
                </c:pt>
                <c:pt idx="81">
                  <c:v>91.98</c:v>
                </c:pt>
                <c:pt idx="82">
                  <c:v>91.98</c:v>
                </c:pt>
                <c:pt idx="83">
                  <c:v>91.98</c:v>
                </c:pt>
                <c:pt idx="84">
                  <c:v>91.98</c:v>
                </c:pt>
                <c:pt idx="85">
                  <c:v>91.98</c:v>
                </c:pt>
                <c:pt idx="86">
                  <c:v>91.98</c:v>
                </c:pt>
                <c:pt idx="87">
                  <c:v>91.98</c:v>
                </c:pt>
                <c:pt idx="88">
                  <c:v>91.98</c:v>
                </c:pt>
                <c:pt idx="89">
                  <c:v>91.98</c:v>
                </c:pt>
                <c:pt idx="90">
                  <c:v>91.98</c:v>
                </c:pt>
                <c:pt idx="91">
                  <c:v>91.98</c:v>
                </c:pt>
                <c:pt idx="92">
                  <c:v>91.98</c:v>
                </c:pt>
                <c:pt idx="93">
                  <c:v>91.98</c:v>
                </c:pt>
                <c:pt idx="94">
                  <c:v>91.98</c:v>
                </c:pt>
                <c:pt idx="95">
                  <c:v>91.98</c:v>
                </c:pt>
                <c:pt idx="96">
                  <c:v>91.98</c:v>
                </c:pt>
                <c:pt idx="97">
                  <c:v>91.98</c:v>
                </c:pt>
                <c:pt idx="98">
                  <c:v>91.98</c:v>
                </c:pt>
                <c:pt idx="99">
                  <c:v>91.98</c:v>
                </c:pt>
                <c:pt idx="100">
                  <c:v>91.98</c:v>
                </c:pt>
                <c:pt idx="101">
                  <c:v>91.98</c:v>
                </c:pt>
                <c:pt idx="102">
                  <c:v>91.98</c:v>
                </c:pt>
                <c:pt idx="103">
                  <c:v>91.98</c:v>
                </c:pt>
                <c:pt idx="104">
                  <c:v>91.98</c:v>
                </c:pt>
                <c:pt idx="105">
                  <c:v>91.98</c:v>
                </c:pt>
                <c:pt idx="106">
                  <c:v>91.98</c:v>
                </c:pt>
                <c:pt idx="107">
                  <c:v>91.98</c:v>
                </c:pt>
                <c:pt idx="108">
                  <c:v>91.98</c:v>
                </c:pt>
                <c:pt idx="109">
                  <c:v>91.98</c:v>
                </c:pt>
                <c:pt idx="110">
                  <c:v>91.98</c:v>
                </c:pt>
                <c:pt idx="111">
                  <c:v>91.98</c:v>
                </c:pt>
                <c:pt idx="112">
                  <c:v>91.98</c:v>
                </c:pt>
                <c:pt idx="113">
                  <c:v>91.98</c:v>
                </c:pt>
                <c:pt idx="114">
                  <c:v>91.98</c:v>
                </c:pt>
                <c:pt idx="115">
                  <c:v>91.98</c:v>
                </c:pt>
                <c:pt idx="116">
                  <c:v>91.98</c:v>
                </c:pt>
                <c:pt idx="117">
                  <c:v>91.98</c:v>
                </c:pt>
                <c:pt idx="118">
                  <c:v>91.98</c:v>
                </c:pt>
                <c:pt idx="119">
                  <c:v>91.98</c:v>
                </c:pt>
                <c:pt idx="120">
                  <c:v>91.98</c:v>
                </c:pt>
                <c:pt idx="121">
                  <c:v>91.98</c:v>
                </c:pt>
                <c:pt idx="122">
                  <c:v>91.98</c:v>
                </c:pt>
                <c:pt idx="123">
                  <c:v>91.98</c:v>
                </c:pt>
                <c:pt idx="124">
                  <c:v>91.98</c:v>
                </c:pt>
                <c:pt idx="125">
                  <c:v>91.98</c:v>
                </c:pt>
                <c:pt idx="126">
                  <c:v>91.98</c:v>
                </c:pt>
                <c:pt idx="127">
                  <c:v>91.98</c:v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time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7"/>
      </c:catAx>
      <c:valAx>
        <c:axId val="2094734552"/>
        <c:scaling>
          <c:orientation val="minMax"/>
          <c:max val="98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Prefill HBM (GB)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imes New Roman"/>
              </a:rPr>
              <a:t>(b)  Decode GPUs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Recompute</c:v>
                </c:pt>
              </c:strCache>
            </c:strRef>
          </c:tx>
          <c:spPr>
            <a:solidFill>
              <a:srgbClr val="8A9199"/>
            </a:solidFill>
            <a:ln w="25400" cap="flat">
              <a:solidFill>
                <a:srgbClr val="8A91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9199"/>
              </a:solidFill>
              <a:ln w="9525" cap="flat">
                <a:solidFill>
                  <a:srgbClr val="8A91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Sheet1!$A$2:$A$159</c:f>
              <c:multiLvlStrCache>
                <c:ptCount val="158"/>
                <c:lvl>
                  <c:pt idx="0">
                    <c:v>0</c:v>
                  </c:pt>
                  <c:pt idx="1">
                    <c:v>38</c:v>
                  </c:pt>
                  <c:pt idx="2">
                    <c:v>76</c:v>
                  </c:pt>
                  <c:pt idx="3">
                    <c:v>114</c:v>
                  </c:pt>
                  <c:pt idx="4">
                    <c:v>152</c:v>
                  </c:pt>
                  <c:pt idx="5">
                    <c:v>190</c:v>
                  </c:pt>
                  <c:pt idx="6">
                    <c:v>228</c:v>
                  </c:pt>
                  <c:pt idx="7">
                    <c:v>266</c:v>
                  </c:pt>
                  <c:pt idx="8">
                    <c:v>304</c:v>
                  </c:pt>
                  <c:pt idx="9">
                    <c:v>342</c:v>
                  </c:pt>
                  <c:pt idx="10">
                    <c:v>380</c:v>
                  </c:pt>
                  <c:pt idx="11">
                    <c:v>418</c:v>
                  </c:pt>
                  <c:pt idx="12">
                    <c:v>456</c:v>
                  </c:pt>
                  <c:pt idx="13">
                    <c:v>494</c:v>
                  </c:pt>
                  <c:pt idx="14">
                    <c:v>532</c:v>
                  </c:pt>
                  <c:pt idx="15">
                    <c:v>570</c:v>
                  </c:pt>
                  <c:pt idx="16">
                    <c:v>608</c:v>
                  </c:pt>
                  <c:pt idx="17">
                    <c:v>646</c:v>
                  </c:pt>
                  <c:pt idx="18">
                    <c:v>684</c:v>
                  </c:pt>
                  <c:pt idx="19">
                    <c:v>722</c:v>
                  </c:pt>
                  <c:pt idx="20">
                    <c:v>760</c:v>
                  </c:pt>
                  <c:pt idx="21">
                    <c:v>798</c:v>
                  </c:pt>
                  <c:pt idx="22">
                    <c:v>836</c:v>
                  </c:pt>
                  <c:pt idx="23">
                    <c:v>874</c:v>
                  </c:pt>
                  <c:pt idx="24">
                    <c:v>912</c:v>
                  </c:pt>
                  <c:pt idx="25">
                    <c:v>950</c:v>
                  </c:pt>
                  <c:pt idx="26">
                    <c:v>988</c:v>
                  </c:pt>
                  <c:pt idx="27">
                    <c:v>1026</c:v>
                  </c:pt>
                  <c:pt idx="28">
                    <c:v>1064</c:v>
                  </c:pt>
                  <c:pt idx="29">
                    <c:v>1102</c:v>
                  </c:pt>
                  <c:pt idx="30">
                    <c:v>1140</c:v>
                  </c:pt>
                  <c:pt idx="31">
                    <c:v>1178</c:v>
                  </c:pt>
                  <c:pt idx="32">
                    <c:v>1216</c:v>
                  </c:pt>
                  <c:pt idx="33">
                    <c:v>1254</c:v>
                  </c:pt>
                  <c:pt idx="34">
                    <c:v>1292</c:v>
                  </c:pt>
                  <c:pt idx="35">
                    <c:v>1330</c:v>
                  </c:pt>
                  <c:pt idx="36">
                    <c:v>1368</c:v>
                  </c:pt>
                  <c:pt idx="37">
                    <c:v>1406</c:v>
                  </c:pt>
                  <c:pt idx="38">
                    <c:v>1444</c:v>
                  </c:pt>
                  <c:pt idx="39">
                    <c:v>1482</c:v>
                  </c:pt>
                  <c:pt idx="40">
                    <c:v>1520</c:v>
                  </c:pt>
                  <c:pt idx="41">
                    <c:v>1558</c:v>
                  </c:pt>
                  <c:pt idx="42">
                    <c:v>1596</c:v>
                  </c:pt>
                  <c:pt idx="43">
                    <c:v>1634</c:v>
                  </c:pt>
                  <c:pt idx="44">
                    <c:v>1672</c:v>
                  </c:pt>
                  <c:pt idx="45">
                    <c:v>1710</c:v>
                  </c:pt>
                  <c:pt idx="46">
                    <c:v>1748</c:v>
                  </c:pt>
                  <c:pt idx="47">
                    <c:v>1786</c:v>
                  </c:pt>
                  <c:pt idx="48">
                    <c:v>1824</c:v>
                  </c:pt>
                  <c:pt idx="49">
                    <c:v>1862</c:v>
                  </c:pt>
                  <c:pt idx="50">
                    <c:v>1900</c:v>
                  </c:pt>
                  <c:pt idx="51">
                    <c:v>1938</c:v>
                  </c:pt>
                  <c:pt idx="52">
                    <c:v>1976</c:v>
                  </c:pt>
                  <c:pt idx="53">
                    <c:v>2014</c:v>
                  </c:pt>
                  <c:pt idx="54">
                    <c:v>2052</c:v>
                  </c:pt>
                  <c:pt idx="55">
                    <c:v>2090</c:v>
                  </c:pt>
                  <c:pt idx="56">
                    <c:v>2128</c:v>
                  </c:pt>
                  <c:pt idx="57">
                    <c:v>2166</c:v>
                  </c:pt>
                  <c:pt idx="58">
                    <c:v>2204</c:v>
                  </c:pt>
                  <c:pt idx="59">
                    <c:v>2242</c:v>
                  </c:pt>
                  <c:pt idx="60">
                    <c:v>2280</c:v>
                  </c:pt>
                  <c:pt idx="61">
                    <c:v>2318</c:v>
                  </c:pt>
                  <c:pt idx="62">
                    <c:v>2356</c:v>
                  </c:pt>
                  <c:pt idx="63">
                    <c:v>2394</c:v>
                  </c:pt>
                  <c:pt idx="64">
                    <c:v>2432</c:v>
                  </c:pt>
                  <c:pt idx="65">
                    <c:v>2470</c:v>
                  </c:pt>
                  <c:pt idx="66">
                    <c:v>2508</c:v>
                  </c:pt>
                  <c:pt idx="67">
                    <c:v>2546</c:v>
                  </c:pt>
                  <c:pt idx="68">
                    <c:v>2584</c:v>
                  </c:pt>
                  <c:pt idx="69">
                    <c:v>2622</c:v>
                  </c:pt>
                  <c:pt idx="70">
                    <c:v>2660</c:v>
                  </c:pt>
                  <c:pt idx="71">
                    <c:v>2698</c:v>
                  </c:pt>
                  <c:pt idx="72">
                    <c:v>2736</c:v>
                  </c:pt>
                  <c:pt idx="73">
                    <c:v>2774</c:v>
                  </c:pt>
                  <c:pt idx="74">
                    <c:v>2812</c:v>
                  </c:pt>
                  <c:pt idx="75">
                    <c:v>2850</c:v>
                  </c:pt>
                  <c:pt idx="76">
                    <c:v>2888</c:v>
                  </c:pt>
                  <c:pt idx="77">
                    <c:v>2926</c:v>
                  </c:pt>
                  <c:pt idx="78">
                    <c:v>2964</c:v>
                  </c:pt>
                  <c:pt idx="79">
                    <c:v>3002</c:v>
                  </c:pt>
                  <c:pt idx="80">
                    <c:v>3040</c:v>
                  </c:pt>
                  <c:pt idx="81">
                    <c:v>3078</c:v>
                  </c:pt>
                  <c:pt idx="82">
                    <c:v>3116</c:v>
                  </c:pt>
                  <c:pt idx="83">
                    <c:v>3154</c:v>
                  </c:pt>
                  <c:pt idx="84">
                    <c:v>3192</c:v>
                  </c:pt>
                  <c:pt idx="85">
                    <c:v>3230</c:v>
                  </c:pt>
                  <c:pt idx="86">
                    <c:v>3268</c:v>
                  </c:pt>
                  <c:pt idx="87">
                    <c:v>3306</c:v>
                  </c:pt>
                  <c:pt idx="88">
                    <c:v>3344</c:v>
                  </c:pt>
                  <c:pt idx="89">
                    <c:v>3382</c:v>
                  </c:pt>
                  <c:pt idx="90">
                    <c:v>3420</c:v>
                  </c:pt>
                  <c:pt idx="91">
                    <c:v>3458</c:v>
                  </c:pt>
                  <c:pt idx="92">
                    <c:v>3496</c:v>
                  </c:pt>
                  <c:pt idx="93">
                    <c:v>3534</c:v>
                  </c:pt>
                  <c:pt idx="94">
                    <c:v>3572</c:v>
                  </c:pt>
                  <c:pt idx="95">
                    <c:v>3610</c:v>
                  </c:pt>
                  <c:pt idx="96">
                    <c:v>3648</c:v>
                  </c:pt>
                  <c:pt idx="97">
                    <c:v>3686</c:v>
                  </c:pt>
                  <c:pt idx="98">
                    <c:v>3724</c:v>
                  </c:pt>
                  <c:pt idx="99">
                    <c:v>3762</c:v>
                  </c:pt>
                  <c:pt idx="100">
                    <c:v>3800</c:v>
                  </c:pt>
                  <c:pt idx="101">
                    <c:v>3838</c:v>
                  </c:pt>
                  <c:pt idx="102">
                    <c:v>3876</c:v>
                  </c:pt>
                  <c:pt idx="103">
                    <c:v>3914</c:v>
                  </c:pt>
                  <c:pt idx="104">
                    <c:v>3952</c:v>
                  </c:pt>
                  <c:pt idx="105">
                    <c:v>3990</c:v>
                  </c:pt>
                  <c:pt idx="106">
                    <c:v>4028</c:v>
                  </c:pt>
                  <c:pt idx="107">
                    <c:v>4066</c:v>
                  </c:pt>
                  <c:pt idx="108">
                    <c:v>4104</c:v>
                  </c:pt>
                  <c:pt idx="109">
                    <c:v>4142</c:v>
                  </c:pt>
                  <c:pt idx="110">
                    <c:v>4180</c:v>
                  </c:pt>
                  <c:pt idx="111">
                    <c:v>4218</c:v>
                  </c:pt>
                  <c:pt idx="112">
                    <c:v>4256</c:v>
                  </c:pt>
                  <c:pt idx="113">
                    <c:v>4294</c:v>
                  </c:pt>
                  <c:pt idx="114">
                    <c:v>4332</c:v>
                  </c:pt>
                  <c:pt idx="115">
                    <c:v>4370</c:v>
                  </c:pt>
                  <c:pt idx="116">
                    <c:v>4408</c:v>
                  </c:pt>
                  <c:pt idx="117">
                    <c:v>4446</c:v>
                  </c:pt>
                  <c:pt idx="118">
                    <c:v>4484</c:v>
                  </c:pt>
                  <c:pt idx="119">
                    <c:v>4522</c:v>
                  </c:pt>
                  <c:pt idx="120">
                    <c:v>4560</c:v>
                  </c:pt>
                  <c:pt idx="121">
                    <c:v>4598</c:v>
                  </c:pt>
                  <c:pt idx="122">
                    <c:v>4636</c:v>
                  </c:pt>
                  <c:pt idx="123">
                    <c:v>4674</c:v>
                  </c:pt>
                  <c:pt idx="124">
                    <c:v>4712</c:v>
                  </c:pt>
                  <c:pt idx="125">
                    <c:v>4750</c:v>
                  </c:pt>
                  <c:pt idx="126">
                    <c:v>4788</c:v>
                  </c:pt>
                  <c:pt idx="127">
                    <c:v>4826</c:v>
                  </c:pt>
                  <c:pt idx="128">
                    <c:v>4864</c:v>
                  </c:pt>
                  <c:pt idx="129">
                    <c:v>4902</c:v>
                  </c:pt>
                  <c:pt idx="130">
                    <c:v>4940</c:v>
                  </c:pt>
                  <c:pt idx="131">
                    <c:v>4978</c:v>
                  </c:pt>
                  <c:pt idx="132">
                    <c:v>5016</c:v>
                  </c:pt>
                  <c:pt idx="133">
                    <c:v>5054</c:v>
                  </c:pt>
                  <c:pt idx="134">
                    <c:v>5092</c:v>
                  </c:pt>
                  <c:pt idx="135">
                    <c:v>5130</c:v>
                  </c:pt>
                  <c:pt idx="136">
                    <c:v>5168</c:v>
                  </c:pt>
                  <c:pt idx="137">
                    <c:v>5206</c:v>
                  </c:pt>
                  <c:pt idx="138">
                    <c:v>5244</c:v>
                  </c:pt>
                  <c:pt idx="139">
                    <c:v>5282</c:v>
                  </c:pt>
                  <c:pt idx="140">
                    <c:v>5320</c:v>
                  </c:pt>
                  <c:pt idx="141">
                    <c:v>5358</c:v>
                  </c:pt>
                  <c:pt idx="142">
                    <c:v>5396</c:v>
                  </c:pt>
                  <c:pt idx="143">
                    <c:v>5434</c:v>
                  </c:pt>
                  <c:pt idx="144">
                    <c:v>5472</c:v>
                  </c:pt>
                  <c:pt idx="145">
                    <c:v>5510</c:v>
                  </c:pt>
                  <c:pt idx="146">
                    <c:v>5548</c:v>
                  </c:pt>
                  <c:pt idx="147">
                    <c:v>5586</c:v>
                  </c:pt>
                  <c:pt idx="148">
                    <c:v>5624</c:v>
                  </c:pt>
                  <c:pt idx="149">
                    <c:v>5662</c:v>
                  </c:pt>
                  <c:pt idx="150">
                    <c:v>5700</c:v>
                  </c:pt>
                  <c:pt idx="151">
                    <c:v>5738</c:v>
                  </c:pt>
                  <c:pt idx="152">
                    <c:v>5776</c:v>
                  </c:pt>
                  <c:pt idx="153">
                    <c:v>5814</c:v>
                  </c:pt>
                  <c:pt idx="154">
                    <c:v>5852</c:v>
                  </c:pt>
                  <c:pt idx="155">
                    <c:v>5890</c:v>
                  </c:pt>
                  <c:pt idx="156">
                    <c:v>5928</c:v>
                  </c:pt>
                  <c:pt idx="157">
                    <c:v>5966</c:v>
                  </c:pt>
                </c:lvl>
              </c:multiLvlStrCache>
            </c:multiLvlStrRef>
          </c:cat>
          <c:val>
            <c:numRef>
              <c:f>Sheet1!$B$2:$B$159</c:f>
              <c:numCache>
                <c:formatCode>General</c:formatCode>
                <c:ptCount val="158"/>
                <c:pt idx="0">
                  <c:v>85.24</c:v>
                </c:pt>
                <c:pt idx="1">
                  <c:v>85.27</c:v>
                </c:pt>
                <c:pt idx="2">
                  <c:v>85.27</c:v>
                </c:pt>
                <c:pt idx="3">
                  <c:v>85.27</c:v>
                </c:pt>
                <c:pt idx="4">
                  <c:v>85.27</c:v>
                </c:pt>
                <c:pt idx="5">
                  <c:v>85.28</c:v>
                </c:pt>
                <c:pt idx="6">
                  <c:v>85.28</c:v>
                </c:pt>
                <c:pt idx="7">
                  <c:v>85.28</c:v>
                </c:pt>
                <c:pt idx="8">
                  <c:v>85.28</c:v>
                </c:pt>
                <c:pt idx="9">
                  <c:v>85.28</c:v>
                </c:pt>
                <c:pt idx="10">
                  <c:v>85.28</c:v>
                </c:pt>
                <c:pt idx="11">
                  <c:v>85.28</c:v>
                </c:pt>
                <c:pt idx="12">
                  <c:v>85.29</c:v>
                </c:pt>
                <c:pt idx="13">
                  <c:v>85.29</c:v>
                </c:pt>
                <c:pt idx="14">
                  <c:v>85.29</c:v>
                </c:pt>
                <c:pt idx="15">
                  <c:v>85.29</c:v>
                </c:pt>
                <c:pt idx="16">
                  <c:v>85.29</c:v>
                </c:pt>
                <c:pt idx="17">
                  <c:v>85.29</c:v>
                </c:pt>
                <c:pt idx="18">
                  <c:v>85.29</c:v>
                </c:pt>
                <c:pt idx="19">
                  <c:v>85.29</c:v>
                </c:pt>
                <c:pt idx="20">
                  <c:v>85.29</c:v>
                </c:pt>
                <c:pt idx="21">
                  <c:v>85.29</c:v>
                </c:pt>
                <c:pt idx="22">
                  <c:v>85.3</c:v>
                </c:pt>
                <c:pt idx="23">
                  <c:v>85.3</c:v>
                </c:pt>
                <c:pt idx="24">
                  <c:v>85.3</c:v>
                </c:pt>
                <c:pt idx="25">
                  <c:v>85.3</c:v>
                </c:pt>
                <c:pt idx="26">
                  <c:v>85.3</c:v>
                </c:pt>
                <c:pt idx="27">
                  <c:v>85.3</c:v>
                </c:pt>
                <c:pt idx="28">
                  <c:v>85.3</c:v>
                </c:pt>
                <c:pt idx="29">
                  <c:v>85.3</c:v>
                </c:pt>
                <c:pt idx="30">
                  <c:v>85.3</c:v>
                </c:pt>
                <c:pt idx="31">
                  <c:v>85.3</c:v>
                </c:pt>
                <c:pt idx="32">
                  <c:v>85.3</c:v>
                </c:pt>
                <c:pt idx="33">
                  <c:v>85.3</c:v>
                </c:pt>
                <c:pt idx="34">
                  <c:v>85.3</c:v>
                </c:pt>
                <c:pt idx="35">
                  <c:v>85.3</c:v>
                </c:pt>
                <c:pt idx="36">
                  <c:v>85.3</c:v>
                </c:pt>
                <c:pt idx="37">
                  <c:v>85.3</c:v>
                </c:pt>
                <c:pt idx="38">
                  <c:v>85.3</c:v>
                </c:pt>
                <c:pt idx="39">
                  <c:v>85.3</c:v>
                </c:pt>
                <c:pt idx="40">
                  <c:v>85.3</c:v>
                </c:pt>
                <c:pt idx="41">
                  <c:v>85.3</c:v>
                </c:pt>
                <c:pt idx="42">
                  <c:v>85.3</c:v>
                </c:pt>
                <c:pt idx="43">
                  <c:v>85.3</c:v>
                </c:pt>
                <c:pt idx="44">
                  <c:v>85.3</c:v>
                </c:pt>
                <c:pt idx="45">
                  <c:v>85.3</c:v>
                </c:pt>
                <c:pt idx="46">
                  <c:v>85.3</c:v>
                </c:pt>
                <c:pt idx="47">
                  <c:v>85.3</c:v>
                </c:pt>
                <c:pt idx="48">
                  <c:v>85.3</c:v>
                </c:pt>
                <c:pt idx="49">
                  <c:v>85.3</c:v>
                </c:pt>
                <c:pt idx="50">
                  <c:v>85.3</c:v>
                </c:pt>
                <c:pt idx="51">
                  <c:v>85.3</c:v>
                </c:pt>
                <c:pt idx="52">
                  <c:v>85.3</c:v>
                </c:pt>
                <c:pt idx="53">
                  <c:v>85.3</c:v>
                </c:pt>
                <c:pt idx="54">
                  <c:v>85.3</c:v>
                </c:pt>
                <c:pt idx="55">
                  <c:v>85.3</c:v>
                </c:pt>
                <c:pt idx="56">
                  <c:v>85.3</c:v>
                </c:pt>
                <c:pt idx="57">
                  <c:v>85.3</c:v>
                </c:pt>
                <c:pt idx="58">
                  <c:v>85.3</c:v>
                </c:pt>
                <c:pt idx="59">
                  <c:v>85.3</c:v>
                </c:pt>
                <c:pt idx="60">
                  <c:v>85.3</c:v>
                </c:pt>
                <c:pt idx="61">
                  <c:v>85.3</c:v>
                </c:pt>
                <c:pt idx="62">
                  <c:v>85.3</c:v>
                </c:pt>
                <c:pt idx="63">
                  <c:v>85.3</c:v>
                </c:pt>
                <c:pt idx="64">
                  <c:v>85.3</c:v>
                </c:pt>
                <c:pt idx="65">
                  <c:v>85.3</c:v>
                </c:pt>
                <c:pt idx="66">
                  <c:v>85.3</c:v>
                </c:pt>
                <c:pt idx="67">
                  <c:v>85.3</c:v>
                </c:pt>
                <c:pt idx="68">
                  <c:v>85.3</c:v>
                </c:pt>
                <c:pt idx="69">
                  <c:v>85.3</c:v>
                </c:pt>
                <c:pt idx="70">
                  <c:v>85.3</c:v>
                </c:pt>
                <c:pt idx="71">
                  <c:v>85.3</c:v>
                </c:pt>
                <c:pt idx="72">
                  <c:v>85.3</c:v>
                </c:pt>
                <c:pt idx="73">
                  <c:v>85.3</c:v>
                </c:pt>
                <c:pt idx="74">
                  <c:v>85.3</c:v>
                </c:pt>
                <c:pt idx="75">
                  <c:v>85.3</c:v>
                </c:pt>
                <c:pt idx="76">
                  <c:v>85.3</c:v>
                </c:pt>
                <c:pt idx="77">
                  <c:v>85.3</c:v>
                </c:pt>
                <c:pt idx="78">
                  <c:v>85.3</c:v>
                </c:pt>
                <c:pt idx="79">
                  <c:v>85.3</c:v>
                </c:pt>
                <c:pt idx="80">
                  <c:v>85.3</c:v>
                </c:pt>
                <c:pt idx="81">
                  <c:v>85.3</c:v>
                </c:pt>
                <c:pt idx="82">
                  <c:v>85.3</c:v>
                </c:pt>
                <c:pt idx="83">
                  <c:v>85.3</c:v>
                </c:pt>
                <c:pt idx="84">
                  <c:v>85.3</c:v>
                </c:pt>
                <c:pt idx="85">
                  <c:v>85.3</c:v>
                </c:pt>
                <c:pt idx="86">
                  <c:v>85.3</c:v>
                </c:pt>
                <c:pt idx="87">
                  <c:v>85.3</c:v>
                </c:pt>
                <c:pt idx="88">
                  <c:v>85.3</c:v>
                </c:pt>
                <c:pt idx="89">
                  <c:v>85.3</c:v>
                </c:pt>
                <c:pt idx="90">
                  <c:v>85.3</c:v>
                </c:pt>
                <c:pt idx="91">
                  <c:v>85.3</c:v>
                </c:pt>
                <c:pt idx="92">
                  <c:v>85.3</c:v>
                </c:pt>
                <c:pt idx="93">
                  <c:v>85.3</c:v>
                </c:pt>
                <c:pt idx="94">
                  <c:v>85.3</c:v>
                </c:pt>
                <c:pt idx="95">
                  <c:v>85.3</c:v>
                </c:pt>
                <c:pt idx="96">
                  <c:v>85.3</c:v>
                </c:pt>
                <c:pt idx="97">
                  <c:v>85.3</c:v>
                </c:pt>
                <c:pt idx="98">
                  <c:v>85.3</c:v>
                </c:pt>
                <c:pt idx="99">
                  <c:v>85.3</c:v>
                </c:pt>
                <c:pt idx="100">
                  <c:v>85.3</c:v>
                </c:pt>
                <c:pt idx="101">
                  <c:v>85.3</c:v>
                </c:pt>
                <c:pt idx="102">
                  <c:v>85.3</c:v>
                </c:pt>
                <c:pt idx="103">
                  <c:v>85.3</c:v>
                </c:pt>
                <c:pt idx="104">
                  <c:v>85.3</c:v>
                </c:pt>
                <c:pt idx="105">
                  <c:v>85.3</c:v>
                </c:pt>
                <c:pt idx="106">
                  <c:v>85.3</c:v>
                </c:pt>
                <c:pt idx="107">
                  <c:v>85.3</c:v>
                </c:pt>
                <c:pt idx="108">
                  <c:v>85.3</c:v>
                </c:pt>
                <c:pt idx="109">
                  <c:v>85.3</c:v>
                </c:pt>
                <c:pt idx="110">
                  <c:v>85.3</c:v>
                </c:pt>
                <c:pt idx="111">
                  <c:v>85.3</c:v>
                </c:pt>
                <c:pt idx="112">
                  <c:v>85.3</c:v>
                </c:pt>
                <c:pt idx="113">
                  <c:v>85.3</c:v>
                </c:pt>
                <c:pt idx="114">
                  <c:v>85.3</c:v>
                </c:pt>
                <c:pt idx="115">
                  <c:v>85.3</c:v>
                </c:pt>
                <c:pt idx="116">
                  <c:v>85.3</c:v>
                </c:pt>
                <c:pt idx="117">
                  <c:v>85.3</c:v>
                </c:pt>
                <c:pt idx="118">
                  <c:v>85.3</c:v>
                </c:pt>
                <c:pt idx="119">
                  <c:v>85.3</c:v>
                </c:pt>
                <c:pt idx="120">
                  <c:v>85.3</c:v>
                </c:pt>
                <c:pt idx="121">
                  <c:v>85.3</c:v>
                </c:pt>
                <c:pt idx="122">
                  <c:v>85.3</c:v>
                </c:pt>
                <c:pt idx="123">
                  <c:v>85.3</c:v>
                </c:pt>
                <c:pt idx="124">
                  <c:v>85.3</c:v>
                </c:pt>
                <c:pt idx="125">
                  <c:v>85.3</c:v>
                </c:pt>
                <c:pt idx="126">
                  <c:v>85.3</c:v>
                </c:pt>
                <c:pt idx="127">
                  <c:v>85.3</c:v>
                </c:pt>
                <c:pt idx="128">
                  <c:v>85.3</c:v>
                </c:pt>
                <c:pt idx="129">
                  <c:v>85.3</c:v>
                </c:pt>
                <c:pt idx="130">
                  <c:v>85.3</c:v>
                </c:pt>
                <c:pt idx="131">
                  <c:v>85.3</c:v>
                </c:pt>
                <c:pt idx="132">
                  <c:v>85.3</c:v>
                </c:pt>
                <c:pt idx="133">
                  <c:v>85.3</c:v>
                </c:pt>
                <c:pt idx="134">
                  <c:v>85.3</c:v>
                </c:pt>
                <c:pt idx="135">
                  <c:v>85.3</c:v>
                </c:pt>
                <c:pt idx="136">
                  <c:v>85.3</c:v>
                </c:pt>
                <c:pt idx="137">
                  <c:v>85.3</c:v>
                </c:pt>
                <c:pt idx="138">
                  <c:v>85.3</c:v>
                </c:pt>
                <c:pt idx="139">
                  <c:v>85.3</c:v>
                </c:pt>
                <c:pt idx="140">
                  <c:v>85.3</c:v>
                </c:pt>
                <c:pt idx="141">
                  <c:v>85.3</c:v>
                </c:pt>
                <c:pt idx="142">
                  <c:v>85.3</c:v>
                </c:pt>
                <c:pt idx="143">
                  <c:v>85.3</c:v>
                </c:pt>
                <c:pt idx="144">
                  <c:v>85.3</c:v>
                </c:pt>
                <c:pt idx="145">
                  <c:v>85.3</c:v>
                </c:pt>
                <c:pt idx="146">
                  <c:v>85.3</c:v>
                </c:pt>
                <c:pt idx="147">
                  <c:v>85.3</c:v>
                </c:pt>
                <c:pt idx="148">
                  <c:v>85.3</c:v>
                </c:pt>
                <c:pt idx="149">
                  <c:v>85.3</c:v>
                </c:pt>
                <c:pt idx="150">
                  <c:v>85.3</c:v>
                </c:pt>
                <c:pt idx="151">
                  <c:v>85.3</c:v>
                </c:pt>
                <c:pt idx="152">
                  <c:v>85.3</c:v>
                </c:pt>
                <c:pt idx="153">
                  <c:v>85.3</c:v>
                </c:pt>
                <c:pt idx="154">
                  <c:v>85.3</c:v>
                </c:pt>
                <c:pt idx="155">
                  <c:v>85.3</c:v>
                </c:pt>
                <c:pt idx="156">
                  <c:v>85.3</c:v>
                </c:pt>
                <c:pt idx="157">
                  <c:v>85.3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SGLang</c:v>
                </c:pt>
              </c:strCache>
            </c:strRef>
          </c:tx>
          <c:spPr>
            <a:solidFill>
              <a:srgbClr val="0072B2"/>
            </a:solidFill>
            <a:ln w="25400" cap="flat">
              <a:solidFill>
                <a:srgbClr val="0072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72B2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Sheet1!$A$2:$A$159</c:f>
              <c:multiLvlStrCache>
                <c:ptCount val="158"/>
                <c:lvl>
                  <c:pt idx="0">
                    <c:v>0</c:v>
                  </c:pt>
                  <c:pt idx="1">
                    <c:v>38</c:v>
                  </c:pt>
                  <c:pt idx="2">
                    <c:v>76</c:v>
                  </c:pt>
                  <c:pt idx="3">
                    <c:v>114</c:v>
                  </c:pt>
                  <c:pt idx="4">
                    <c:v>152</c:v>
                  </c:pt>
                  <c:pt idx="5">
                    <c:v>190</c:v>
                  </c:pt>
                  <c:pt idx="6">
                    <c:v>228</c:v>
                  </c:pt>
                  <c:pt idx="7">
                    <c:v>266</c:v>
                  </c:pt>
                  <c:pt idx="8">
                    <c:v>304</c:v>
                  </c:pt>
                  <c:pt idx="9">
                    <c:v>342</c:v>
                  </c:pt>
                  <c:pt idx="10">
                    <c:v>380</c:v>
                  </c:pt>
                  <c:pt idx="11">
                    <c:v>418</c:v>
                  </c:pt>
                  <c:pt idx="12">
                    <c:v>456</c:v>
                  </c:pt>
                  <c:pt idx="13">
                    <c:v>494</c:v>
                  </c:pt>
                  <c:pt idx="14">
                    <c:v>532</c:v>
                  </c:pt>
                  <c:pt idx="15">
                    <c:v>570</c:v>
                  </c:pt>
                  <c:pt idx="16">
                    <c:v>608</c:v>
                  </c:pt>
                  <c:pt idx="17">
                    <c:v>646</c:v>
                  </c:pt>
                  <c:pt idx="18">
                    <c:v>684</c:v>
                  </c:pt>
                  <c:pt idx="19">
                    <c:v>722</c:v>
                  </c:pt>
                  <c:pt idx="20">
                    <c:v>760</c:v>
                  </c:pt>
                  <c:pt idx="21">
                    <c:v>798</c:v>
                  </c:pt>
                  <c:pt idx="22">
                    <c:v>836</c:v>
                  </c:pt>
                  <c:pt idx="23">
                    <c:v>874</c:v>
                  </c:pt>
                  <c:pt idx="24">
                    <c:v>912</c:v>
                  </c:pt>
                  <c:pt idx="25">
                    <c:v>950</c:v>
                  </c:pt>
                  <c:pt idx="26">
                    <c:v>988</c:v>
                  </c:pt>
                  <c:pt idx="27">
                    <c:v>1026</c:v>
                  </c:pt>
                  <c:pt idx="28">
                    <c:v>1064</c:v>
                  </c:pt>
                  <c:pt idx="29">
                    <c:v>1102</c:v>
                  </c:pt>
                  <c:pt idx="30">
                    <c:v>1140</c:v>
                  </c:pt>
                  <c:pt idx="31">
                    <c:v>1178</c:v>
                  </c:pt>
                  <c:pt idx="32">
                    <c:v>1216</c:v>
                  </c:pt>
                  <c:pt idx="33">
                    <c:v>1254</c:v>
                  </c:pt>
                  <c:pt idx="34">
                    <c:v>1292</c:v>
                  </c:pt>
                  <c:pt idx="35">
                    <c:v>1330</c:v>
                  </c:pt>
                  <c:pt idx="36">
                    <c:v>1368</c:v>
                  </c:pt>
                  <c:pt idx="37">
                    <c:v>1406</c:v>
                  </c:pt>
                  <c:pt idx="38">
                    <c:v>1444</c:v>
                  </c:pt>
                  <c:pt idx="39">
                    <c:v>1482</c:v>
                  </c:pt>
                  <c:pt idx="40">
                    <c:v>1520</c:v>
                  </c:pt>
                  <c:pt idx="41">
                    <c:v>1558</c:v>
                  </c:pt>
                  <c:pt idx="42">
                    <c:v>1596</c:v>
                  </c:pt>
                  <c:pt idx="43">
                    <c:v>1634</c:v>
                  </c:pt>
                  <c:pt idx="44">
                    <c:v>1672</c:v>
                  </c:pt>
                  <c:pt idx="45">
                    <c:v>1710</c:v>
                  </c:pt>
                  <c:pt idx="46">
                    <c:v>1748</c:v>
                  </c:pt>
                  <c:pt idx="47">
                    <c:v>1786</c:v>
                  </c:pt>
                  <c:pt idx="48">
                    <c:v>1824</c:v>
                  </c:pt>
                  <c:pt idx="49">
                    <c:v>1862</c:v>
                  </c:pt>
                  <c:pt idx="50">
                    <c:v>1900</c:v>
                  </c:pt>
                  <c:pt idx="51">
                    <c:v>1938</c:v>
                  </c:pt>
                  <c:pt idx="52">
                    <c:v>1976</c:v>
                  </c:pt>
                  <c:pt idx="53">
                    <c:v>2014</c:v>
                  </c:pt>
                  <c:pt idx="54">
                    <c:v>2052</c:v>
                  </c:pt>
                  <c:pt idx="55">
                    <c:v>2090</c:v>
                  </c:pt>
                  <c:pt idx="56">
                    <c:v>2128</c:v>
                  </c:pt>
                  <c:pt idx="57">
                    <c:v>2166</c:v>
                  </c:pt>
                  <c:pt idx="58">
                    <c:v>2204</c:v>
                  </c:pt>
                  <c:pt idx="59">
                    <c:v>2242</c:v>
                  </c:pt>
                  <c:pt idx="60">
                    <c:v>2280</c:v>
                  </c:pt>
                  <c:pt idx="61">
                    <c:v>2318</c:v>
                  </c:pt>
                  <c:pt idx="62">
                    <c:v>2356</c:v>
                  </c:pt>
                  <c:pt idx="63">
                    <c:v>2394</c:v>
                  </c:pt>
                  <c:pt idx="64">
                    <c:v>2432</c:v>
                  </c:pt>
                  <c:pt idx="65">
                    <c:v>2470</c:v>
                  </c:pt>
                  <c:pt idx="66">
                    <c:v>2508</c:v>
                  </c:pt>
                  <c:pt idx="67">
                    <c:v>2546</c:v>
                  </c:pt>
                  <c:pt idx="68">
                    <c:v>2584</c:v>
                  </c:pt>
                  <c:pt idx="69">
                    <c:v>2622</c:v>
                  </c:pt>
                  <c:pt idx="70">
                    <c:v>2660</c:v>
                  </c:pt>
                  <c:pt idx="71">
                    <c:v>2698</c:v>
                  </c:pt>
                  <c:pt idx="72">
                    <c:v>2736</c:v>
                  </c:pt>
                  <c:pt idx="73">
                    <c:v>2774</c:v>
                  </c:pt>
                  <c:pt idx="74">
                    <c:v>2812</c:v>
                  </c:pt>
                  <c:pt idx="75">
                    <c:v>2850</c:v>
                  </c:pt>
                  <c:pt idx="76">
                    <c:v>2888</c:v>
                  </c:pt>
                  <c:pt idx="77">
                    <c:v>2926</c:v>
                  </c:pt>
                  <c:pt idx="78">
                    <c:v>2964</c:v>
                  </c:pt>
                  <c:pt idx="79">
                    <c:v>3002</c:v>
                  </c:pt>
                  <c:pt idx="80">
                    <c:v>3040</c:v>
                  </c:pt>
                  <c:pt idx="81">
                    <c:v>3078</c:v>
                  </c:pt>
                  <c:pt idx="82">
                    <c:v>3116</c:v>
                  </c:pt>
                  <c:pt idx="83">
                    <c:v>3154</c:v>
                  </c:pt>
                  <c:pt idx="84">
                    <c:v>3192</c:v>
                  </c:pt>
                  <c:pt idx="85">
                    <c:v>3230</c:v>
                  </c:pt>
                  <c:pt idx="86">
                    <c:v>3268</c:v>
                  </c:pt>
                  <c:pt idx="87">
                    <c:v>3306</c:v>
                  </c:pt>
                  <c:pt idx="88">
                    <c:v>3344</c:v>
                  </c:pt>
                  <c:pt idx="89">
                    <c:v>3382</c:v>
                  </c:pt>
                  <c:pt idx="90">
                    <c:v>3420</c:v>
                  </c:pt>
                  <c:pt idx="91">
                    <c:v>3458</c:v>
                  </c:pt>
                  <c:pt idx="92">
                    <c:v>3496</c:v>
                  </c:pt>
                  <c:pt idx="93">
                    <c:v>3534</c:v>
                  </c:pt>
                  <c:pt idx="94">
                    <c:v>3572</c:v>
                  </c:pt>
                  <c:pt idx="95">
                    <c:v>3610</c:v>
                  </c:pt>
                  <c:pt idx="96">
                    <c:v>3648</c:v>
                  </c:pt>
                  <c:pt idx="97">
                    <c:v>3686</c:v>
                  </c:pt>
                  <c:pt idx="98">
                    <c:v>3724</c:v>
                  </c:pt>
                  <c:pt idx="99">
                    <c:v>3762</c:v>
                  </c:pt>
                  <c:pt idx="100">
                    <c:v>3800</c:v>
                  </c:pt>
                  <c:pt idx="101">
                    <c:v>3838</c:v>
                  </c:pt>
                  <c:pt idx="102">
                    <c:v>3876</c:v>
                  </c:pt>
                  <c:pt idx="103">
                    <c:v>3914</c:v>
                  </c:pt>
                  <c:pt idx="104">
                    <c:v>3952</c:v>
                  </c:pt>
                  <c:pt idx="105">
                    <c:v>3990</c:v>
                  </c:pt>
                  <c:pt idx="106">
                    <c:v>4028</c:v>
                  </c:pt>
                  <c:pt idx="107">
                    <c:v>4066</c:v>
                  </c:pt>
                  <c:pt idx="108">
                    <c:v>4104</c:v>
                  </c:pt>
                  <c:pt idx="109">
                    <c:v>4142</c:v>
                  </c:pt>
                  <c:pt idx="110">
                    <c:v>4180</c:v>
                  </c:pt>
                  <c:pt idx="111">
                    <c:v>4218</c:v>
                  </c:pt>
                  <c:pt idx="112">
                    <c:v>4256</c:v>
                  </c:pt>
                  <c:pt idx="113">
                    <c:v>4294</c:v>
                  </c:pt>
                  <c:pt idx="114">
                    <c:v>4332</c:v>
                  </c:pt>
                  <c:pt idx="115">
                    <c:v>4370</c:v>
                  </c:pt>
                  <c:pt idx="116">
                    <c:v>4408</c:v>
                  </c:pt>
                  <c:pt idx="117">
                    <c:v>4446</c:v>
                  </c:pt>
                  <c:pt idx="118">
                    <c:v>4484</c:v>
                  </c:pt>
                  <c:pt idx="119">
                    <c:v>4522</c:v>
                  </c:pt>
                  <c:pt idx="120">
                    <c:v>4560</c:v>
                  </c:pt>
                  <c:pt idx="121">
                    <c:v>4598</c:v>
                  </c:pt>
                  <c:pt idx="122">
                    <c:v>4636</c:v>
                  </c:pt>
                  <c:pt idx="123">
                    <c:v>4674</c:v>
                  </c:pt>
                  <c:pt idx="124">
                    <c:v>4712</c:v>
                  </c:pt>
                  <c:pt idx="125">
                    <c:v>4750</c:v>
                  </c:pt>
                  <c:pt idx="126">
                    <c:v>4788</c:v>
                  </c:pt>
                  <c:pt idx="127">
                    <c:v>4826</c:v>
                  </c:pt>
                  <c:pt idx="128">
                    <c:v>4864</c:v>
                  </c:pt>
                  <c:pt idx="129">
                    <c:v>4902</c:v>
                  </c:pt>
                  <c:pt idx="130">
                    <c:v>4940</c:v>
                  </c:pt>
                  <c:pt idx="131">
                    <c:v>4978</c:v>
                  </c:pt>
                  <c:pt idx="132">
                    <c:v>5016</c:v>
                  </c:pt>
                  <c:pt idx="133">
                    <c:v>5054</c:v>
                  </c:pt>
                  <c:pt idx="134">
                    <c:v>5092</c:v>
                  </c:pt>
                  <c:pt idx="135">
                    <c:v>5130</c:v>
                  </c:pt>
                  <c:pt idx="136">
                    <c:v>5168</c:v>
                  </c:pt>
                  <c:pt idx="137">
                    <c:v>5206</c:v>
                  </c:pt>
                  <c:pt idx="138">
                    <c:v>5244</c:v>
                  </c:pt>
                  <c:pt idx="139">
                    <c:v>5282</c:v>
                  </c:pt>
                  <c:pt idx="140">
                    <c:v>5320</c:v>
                  </c:pt>
                  <c:pt idx="141">
                    <c:v>5358</c:v>
                  </c:pt>
                  <c:pt idx="142">
                    <c:v>5396</c:v>
                  </c:pt>
                  <c:pt idx="143">
                    <c:v>5434</c:v>
                  </c:pt>
                  <c:pt idx="144">
                    <c:v>5472</c:v>
                  </c:pt>
                  <c:pt idx="145">
                    <c:v>5510</c:v>
                  </c:pt>
                  <c:pt idx="146">
                    <c:v>5548</c:v>
                  </c:pt>
                  <c:pt idx="147">
                    <c:v>5586</c:v>
                  </c:pt>
                  <c:pt idx="148">
                    <c:v>5624</c:v>
                  </c:pt>
                  <c:pt idx="149">
                    <c:v>5662</c:v>
                  </c:pt>
                  <c:pt idx="150">
                    <c:v>5700</c:v>
                  </c:pt>
                  <c:pt idx="151">
                    <c:v>5738</c:v>
                  </c:pt>
                  <c:pt idx="152">
                    <c:v>5776</c:v>
                  </c:pt>
                  <c:pt idx="153">
                    <c:v>5814</c:v>
                  </c:pt>
                  <c:pt idx="154">
                    <c:v>5852</c:v>
                  </c:pt>
                  <c:pt idx="155">
                    <c:v>5890</c:v>
                  </c:pt>
                  <c:pt idx="156">
                    <c:v>5928</c:v>
                  </c:pt>
                  <c:pt idx="157">
                    <c:v>5966</c:v>
                  </c:pt>
                </c:lvl>
              </c:multiLvlStrCache>
            </c:multiLvlStrRef>
          </c:cat>
          <c:val>
            <c:numRef>
              <c:f>Sheet1!$C$2:$C$159</c:f>
              <c:numCache>
                <c:formatCode>General</c:formatCode>
                <c:ptCount val="158"/>
                <c:pt idx="0">
                  <c:v>85.24</c:v>
                </c:pt>
                <c:pt idx="1">
                  <c:v>85.27</c:v>
                </c:pt>
                <c:pt idx="2">
                  <c:v>85.29</c:v>
                </c:pt>
                <c:pt idx="3">
                  <c:v>85.29</c:v>
                </c:pt>
                <c:pt idx="4">
                  <c:v>85.29</c:v>
                </c:pt>
                <c:pt idx="5">
                  <c:v>85.29</c:v>
                </c:pt>
                <c:pt idx="6">
                  <c:v>85.29</c:v>
                </c:pt>
                <c:pt idx="7">
                  <c:v>85.29</c:v>
                </c:pt>
                <c:pt idx="8">
                  <c:v>85.29</c:v>
                </c:pt>
                <c:pt idx="9">
                  <c:v>85.29</c:v>
                </c:pt>
                <c:pt idx="10">
                  <c:v>85.29</c:v>
                </c:pt>
                <c:pt idx="11">
                  <c:v>85.29</c:v>
                </c:pt>
                <c:pt idx="12">
                  <c:v>85.29</c:v>
                </c:pt>
                <c:pt idx="13">
                  <c:v>85.29</c:v>
                </c:pt>
                <c:pt idx="14">
                  <c:v>85.29</c:v>
                </c:pt>
                <c:pt idx="15">
                  <c:v>85.29</c:v>
                </c:pt>
                <c:pt idx="16">
                  <c:v>85.29</c:v>
                </c:pt>
                <c:pt idx="17">
                  <c:v>85.29</c:v>
                </c:pt>
                <c:pt idx="18">
                  <c:v>85.29</c:v>
                </c:pt>
                <c:pt idx="19">
                  <c:v>85.29</c:v>
                </c:pt>
                <c:pt idx="20">
                  <c:v>85.29</c:v>
                </c:pt>
                <c:pt idx="21">
                  <c:v>85.29</c:v>
                </c:pt>
                <c:pt idx="22">
                  <c:v>85.29</c:v>
                </c:pt>
                <c:pt idx="23">
                  <c:v>85.29</c:v>
                </c:pt>
                <c:pt idx="24">
                  <c:v>85.29</c:v>
                </c:pt>
                <c:pt idx="25">
                  <c:v>85.29</c:v>
                </c:pt>
                <c:pt idx="26">
                  <c:v>85.29</c:v>
                </c:pt>
                <c:pt idx="27">
                  <c:v>85.29</c:v>
                </c:pt>
                <c:pt idx="28">
                  <c:v>85.29</c:v>
                </c:pt>
                <c:pt idx="29">
                  <c:v>85.29</c:v>
                </c:pt>
                <c:pt idx="30">
                  <c:v>85.29</c:v>
                </c:pt>
                <c:pt idx="31">
                  <c:v>85.29</c:v>
                </c:pt>
                <c:pt idx="32">
                  <c:v>85.29</c:v>
                </c:pt>
                <c:pt idx="33">
                  <c:v>85.29</c:v>
                </c:pt>
                <c:pt idx="34">
                  <c:v>85.29</c:v>
                </c:pt>
                <c:pt idx="35">
                  <c:v>85.29</c:v>
                </c:pt>
                <c:pt idx="36">
                  <c:v>85.29</c:v>
                </c:pt>
                <c:pt idx="37">
                  <c:v>85.29</c:v>
                </c:pt>
                <c:pt idx="38">
                  <c:v>85.29</c:v>
                </c:pt>
                <c:pt idx="39">
                  <c:v>85.29</c:v>
                </c:pt>
                <c:pt idx="40">
                  <c:v>85.29</c:v>
                </c:pt>
                <c:pt idx="41">
                  <c:v>85.29</c:v>
                </c:pt>
                <c:pt idx="42">
                  <c:v>85.29</c:v>
                </c:pt>
                <c:pt idx="43">
                  <c:v>85.29</c:v>
                </c:pt>
                <c:pt idx="44">
                  <c:v>85.29</c:v>
                </c:pt>
                <c:pt idx="45">
                  <c:v>85.29</c:v>
                </c:pt>
                <c:pt idx="46">
                  <c:v>85.29</c:v>
                </c:pt>
                <c:pt idx="47">
                  <c:v>85.29</c:v>
                </c:pt>
                <c:pt idx="48">
                  <c:v>85.29</c:v>
                </c:pt>
                <c:pt idx="49">
                  <c:v>85.29</c:v>
                </c:pt>
                <c:pt idx="50">
                  <c:v>85.29</c:v>
                </c:pt>
                <c:pt idx="51">
                  <c:v>85.29</c:v>
                </c:pt>
                <c:pt idx="52">
                  <c:v>85.29</c:v>
                </c:pt>
                <c:pt idx="53">
                  <c:v>85.29</c:v>
                </c:pt>
                <c:pt idx="54">
                  <c:v>85.29</c:v>
                </c:pt>
                <c:pt idx="55">
                  <c:v>85.29</c:v>
                </c:pt>
                <c:pt idx="56">
                  <c:v>85.29</c:v>
                </c:pt>
                <c:pt idx="57">
                  <c:v>85.29</c:v>
                </c:pt>
                <c:pt idx="58">
                  <c:v>85.29</c:v>
                </c:pt>
                <c:pt idx="59">
                  <c:v>85.29</c:v>
                </c:pt>
                <c:pt idx="60">
                  <c:v>85.29</c:v>
                </c:pt>
                <c:pt idx="61">
                  <c:v>85.29</c:v>
                </c:pt>
                <c:pt idx="62">
                  <c:v>85.29</c:v>
                </c:pt>
                <c:pt idx="63">
                  <c:v>85.29</c:v>
                </c:pt>
                <c:pt idx="64">
                  <c:v>85.29</c:v>
                </c:pt>
                <c:pt idx="65">
                  <c:v>85.29</c:v>
                </c:pt>
                <c:pt idx="66">
                  <c:v>85.29</c:v>
                </c:pt>
                <c:pt idx="67">
                  <c:v>85.29</c:v>
                </c:pt>
                <c:pt idx="68">
                  <c:v>85.29</c:v>
                </c:pt>
                <c:pt idx="69">
                  <c:v>85.29</c:v>
                </c:pt>
                <c:pt idx="70">
                  <c:v>85.29</c:v>
                </c:pt>
                <c:pt idx="71">
                  <c:v>85.29</c:v>
                </c:pt>
                <c:pt idx="72">
                  <c:v>85.29</c:v>
                </c:pt>
                <c:pt idx="73">
                  <c:v>85.29</c:v>
                </c:pt>
                <c:pt idx="74">
                  <c:v>85.29</c:v>
                </c:pt>
                <c:pt idx="75">
                  <c:v>85.29</c:v>
                </c:pt>
                <c:pt idx="76">
                  <c:v>85.29</c:v>
                </c:pt>
                <c:pt idx="77">
                  <c:v>85.29</c:v>
                </c:pt>
                <c:pt idx="78">
                  <c:v>85.29</c:v>
                </c:pt>
                <c:pt idx="79">
                  <c:v>85.29</c:v>
                </c:pt>
                <c:pt idx="80">
                  <c:v>85.29</c:v>
                </c:pt>
                <c:pt idx="81">
                  <c:v>85.29</c:v>
                </c:pt>
                <c:pt idx="82">
                  <c:v>85.29</c:v>
                </c:pt>
                <c:pt idx="83">
                  <c:v>85.29</c:v>
                </c:pt>
                <c:pt idx="84">
                  <c:v>85.3</c:v>
                </c:pt>
                <c:pt idx="85">
                  <c:v>85.3</c:v>
                </c:pt>
                <c:pt idx="86">
                  <c:v>85.3</c:v>
                </c:pt>
                <c:pt idx="87">
                  <c:v>85.3</c:v>
                </c:pt>
                <c:pt idx="88">
                  <c:v>85.3</c:v>
                </c:pt>
                <c:pt idx="89">
                  <c:v>85.3</c:v>
                </c:pt>
                <c:pt idx="90">
                  <c:v>85.3</c:v>
                </c:pt>
                <c:pt idx="91">
                  <c:v>85.3</c:v>
                </c:pt>
                <c:pt idx="92">
                  <c:v>85.3</c:v>
                </c:pt>
                <c:pt idx="93">
                  <c:v>85.3</c:v>
                </c:pt>
                <c:pt idx="94">
                  <c:v>85.3</c:v>
                </c:pt>
                <c:pt idx="95">
                  <c:v>85.3</c:v>
                </c:pt>
                <c:pt idx="96">
                  <c:v>85.3</c:v>
                </c:pt>
                <c:pt idx="97">
                  <c:v>85.3</c:v>
                </c:pt>
                <c:pt idx="98">
                  <c:v>85.3</c:v>
                </c:pt>
                <c:pt idx="99">
                  <c:v>85.3</c:v>
                </c:pt>
                <c:pt idx="100">
                  <c:v>85.3</c:v>
                </c:pt>
                <c:pt idx="101">
                  <c:v>85.3</c:v>
                </c:pt>
                <c:pt idx="102">
                  <c:v>85.3</c:v>
                </c:pt>
                <c:pt idx="103">
                  <c:v>85.3</c:v>
                </c:pt>
                <c:pt idx="104">
                  <c:v>85.3</c:v>
                </c:pt>
                <c:pt idx="105">
                  <c:v>85.3</c:v>
                </c:pt>
                <c:pt idx="106">
                  <c:v>85.3</c:v>
                </c:pt>
                <c:pt idx="107">
                  <c:v>85.3</c:v>
                </c:pt>
                <c:pt idx="108">
                  <c:v>85.3</c:v>
                </c:pt>
                <c:pt idx="109">
                  <c:v>85.3</c:v>
                </c:pt>
                <c:pt idx="110">
                  <c:v>85.3</c:v>
                </c:pt>
                <c:pt idx="111">
                  <c:v>85.3</c:v>
                </c:pt>
                <c:pt idx="112">
                  <c:v>85.3</c:v>
                </c:pt>
                <c:pt idx="113">
                  <c:v>85.3</c:v>
                </c:pt>
                <c:pt idx="114">
                  <c:v>85.3</c:v>
                </c:pt>
                <c:pt idx="115">
                  <c:v>85.3</c:v>
                </c:pt>
                <c:pt idx="116">
                  <c:v>85.3</c:v>
                </c:pt>
                <c:pt idx="117">
                  <c:v>85.3</c:v>
                </c:pt>
                <c:pt idx="118">
                  <c:v>85.3</c:v>
                </c:pt>
                <c:pt idx="119">
                  <c:v>85.3</c:v>
                </c:pt>
                <c:pt idx="120">
                  <c:v>85.3</c:v>
                </c:pt>
                <c:pt idx="121">
                  <c:v>85.3</c:v>
                </c:pt>
                <c:pt idx="122">
                  <c:v>85.3</c:v>
                </c:pt>
                <c:pt idx="123">
                  <c:v>85.3</c:v>
                </c:pt>
                <c:pt idx="124">
                  <c:v>85.3</c:v>
                </c:pt>
                <c:pt idx="125">
                  <c:v>85.3</c:v>
                </c:pt>
                <c:pt idx="126">
                  <c:v>85.3</c:v>
                </c:pt>
                <c:pt idx="127">
                  <c:v>85.3</c:v>
                </c:pt>
                <c:pt idx="128">
                  <c:v>85.3</c:v>
                </c:pt>
                <c:pt idx="129">
                  <c:v>85.3</c:v>
                </c:pt>
                <c:pt idx="130">
                  <c:v>85.3</c:v>
                </c:pt>
                <c:pt idx="131">
                  <c:v>85.3</c:v>
                </c:pt>
                <c:pt idx="132">
                  <c:v>85.3</c:v>
                </c:pt>
                <c:pt idx="133">
                  <c:v>85.3</c:v>
                </c:pt>
                <c:pt idx="134">
                  <c:v>85.3</c:v>
                </c:pt>
                <c:pt idx="135">
                  <c:v>85.3</c:v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009E73"/>
            </a:solidFill>
            <a:ln w="25400" cap="flat">
              <a:solidFill>
                <a:srgbClr val="009E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9E73"/>
              </a:solidFill>
              <a:ln w="9525" cap="flat">
                <a:solidFill>
                  <a:srgbClr val="009E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Sheet1!$A$2:$A$159</c:f>
              <c:multiLvlStrCache>
                <c:ptCount val="158"/>
                <c:lvl>
                  <c:pt idx="0">
                    <c:v>0</c:v>
                  </c:pt>
                  <c:pt idx="1">
                    <c:v>38</c:v>
                  </c:pt>
                  <c:pt idx="2">
                    <c:v>76</c:v>
                  </c:pt>
                  <c:pt idx="3">
                    <c:v>114</c:v>
                  </c:pt>
                  <c:pt idx="4">
                    <c:v>152</c:v>
                  </c:pt>
                  <c:pt idx="5">
                    <c:v>190</c:v>
                  </c:pt>
                  <c:pt idx="6">
                    <c:v>228</c:v>
                  </c:pt>
                  <c:pt idx="7">
                    <c:v>266</c:v>
                  </c:pt>
                  <c:pt idx="8">
                    <c:v>304</c:v>
                  </c:pt>
                  <c:pt idx="9">
                    <c:v>342</c:v>
                  </c:pt>
                  <c:pt idx="10">
                    <c:v>380</c:v>
                  </c:pt>
                  <c:pt idx="11">
                    <c:v>418</c:v>
                  </c:pt>
                  <c:pt idx="12">
                    <c:v>456</c:v>
                  </c:pt>
                  <c:pt idx="13">
                    <c:v>494</c:v>
                  </c:pt>
                  <c:pt idx="14">
                    <c:v>532</c:v>
                  </c:pt>
                  <c:pt idx="15">
                    <c:v>570</c:v>
                  </c:pt>
                  <c:pt idx="16">
                    <c:v>608</c:v>
                  </c:pt>
                  <c:pt idx="17">
                    <c:v>646</c:v>
                  </c:pt>
                  <c:pt idx="18">
                    <c:v>684</c:v>
                  </c:pt>
                  <c:pt idx="19">
                    <c:v>722</c:v>
                  </c:pt>
                  <c:pt idx="20">
                    <c:v>760</c:v>
                  </c:pt>
                  <c:pt idx="21">
                    <c:v>798</c:v>
                  </c:pt>
                  <c:pt idx="22">
                    <c:v>836</c:v>
                  </c:pt>
                  <c:pt idx="23">
                    <c:v>874</c:v>
                  </c:pt>
                  <c:pt idx="24">
                    <c:v>912</c:v>
                  </c:pt>
                  <c:pt idx="25">
                    <c:v>950</c:v>
                  </c:pt>
                  <c:pt idx="26">
                    <c:v>988</c:v>
                  </c:pt>
                  <c:pt idx="27">
                    <c:v>1026</c:v>
                  </c:pt>
                  <c:pt idx="28">
                    <c:v>1064</c:v>
                  </c:pt>
                  <c:pt idx="29">
                    <c:v>1102</c:v>
                  </c:pt>
                  <c:pt idx="30">
                    <c:v>1140</c:v>
                  </c:pt>
                  <c:pt idx="31">
                    <c:v>1178</c:v>
                  </c:pt>
                  <c:pt idx="32">
                    <c:v>1216</c:v>
                  </c:pt>
                  <c:pt idx="33">
                    <c:v>1254</c:v>
                  </c:pt>
                  <c:pt idx="34">
                    <c:v>1292</c:v>
                  </c:pt>
                  <c:pt idx="35">
                    <c:v>1330</c:v>
                  </c:pt>
                  <c:pt idx="36">
                    <c:v>1368</c:v>
                  </c:pt>
                  <c:pt idx="37">
                    <c:v>1406</c:v>
                  </c:pt>
                  <c:pt idx="38">
                    <c:v>1444</c:v>
                  </c:pt>
                  <c:pt idx="39">
                    <c:v>1482</c:v>
                  </c:pt>
                  <c:pt idx="40">
                    <c:v>1520</c:v>
                  </c:pt>
                  <c:pt idx="41">
                    <c:v>1558</c:v>
                  </c:pt>
                  <c:pt idx="42">
                    <c:v>1596</c:v>
                  </c:pt>
                  <c:pt idx="43">
                    <c:v>1634</c:v>
                  </c:pt>
                  <c:pt idx="44">
                    <c:v>1672</c:v>
                  </c:pt>
                  <c:pt idx="45">
                    <c:v>1710</c:v>
                  </c:pt>
                  <c:pt idx="46">
                    <c:v>1748</c:v>
                  </c:pt>
                  <c:pt idx="47">
                    <c:v>1786</c:v>
                  </c:pt>
                  <c:pt idx="48">
                    <c:v>1824</c:v>
                  </c:pt>
                  <c:pt idx="49">
                    <c:v>1862</c:v>
                  </c:pt>
                  <c:pt idx="50">
                    <c:v>1900</c:v>
                  </c:pt>
                  <c:pt idx="51">
                    <c:v>1938</c:v>
                  </c:pt>
                  <c:pt idx="52">
                    <c:v>1976</c:v>
                  </c:pt>
                  <c:pt idx="53">
                    <c:v>2014</c:v>
                  </c:pt>
                  <c:pt idx="54">
                    <c:v>2052</c:v>
                  </c:pt>
                  <c:pt idx="55">
                    <c:v>2090</c:v>
                  </c:pt>
                  <c:pt idx="56">
                    <c:v>2128</c:v>
                  </c:pt>
                  <c:pt idx="57">
                    <c:v>2166</c:v>
                  </c:pt>
                  <c:pt idx="58">
                    <c:v>2204</c:v>
                  </c:pt>
                  <c:pt idx="59">
                    <c:v>2242</c:v>
                  </c:pt>
                  <c:pt idx="60">
                    <c:v>2280</c:v>
                  </c:pt>
                  <c:pt idx="61">
                    <c:v>2318</c:v>
                  </c:pt>
                  <c:pt idx="62">
                    <c:v>2356</c:v>
                  </c:pt>
                  <c:pt idx="63">
                    <c:v>2394</c:v>
                  </c:pt>
                  <c:pt idx="64">
                    <c:v>2432</c:v>
                  </c:pt>
                  <c:pt idx="65">
                    <c:v>2470</c:v>
                  </c:pt>
                  <c:pt idx="66">
                    <c:v>2508</c:v>
                  </c:pt>
                  <c:pt idx="67">
                    <c:v>2546</c:v>
                  </c:pt>
                  <c:pt idx="68">
                    <c:v>2584</c:v>
                  </c:pt>
                  <c:pt idx="69">
                    <c:v>2622</c:v>
                  </c:pt>
                  <c:pt idx="70">
                    <c:v>2660</c:v>
                  </c:pt>
                  <c:pt idx="71">
                    <c:v>2698</c:v>
                  </c:pt>
                  <c:pt idx="72">
                    <c:v>2736</c:v>
                  </c:pt>
                  <c:pt idx="73">
                    <c:v>2774</c:v>
                  </c:pt>
                  <c:pt idx="74">
                    <c:v>2812</c:v>
                  </c:pt>
                  <c:pt idx="75">
                    <c:v>2850</c:v>
                  </c:pt>
                  <c:pt idx="76">
                    <c:v>2888</c:v>
                  </c:pt>
                  <c:pt idx="77">
                    <c:v>2926</c:v>
                  </c:pt>
                  <c:pt idx="78">
                    <c:v>2964</c:v>
                  </c:pt>
                  <c:pt idx="79">
                    <c:v>3002</c:v>
                  </c:pt>
                  <c:pt idx="80">
                    <c:v>3040</c:v>
                  </c:pt>
                  <c:pt idx="81">
                    <c:v>3078</c:v>
                  </c:pt>
                  <c:pt idx="82">
                    <c:v>3116</c:v>
                  </c:pt>
                  <c:pt idx="83">
                    <c:v>3154</c:v>
                  </c:pt>
                  <c:pt idx="84">
                    <c:v>3192</c:v>
                  </c:pt>
                  <c:pt idx="85">
                    <c:v>3230</c:v>
                  </c:pt>
                  <c:pt idx="86">
                    <c:v>3268</c:v>
                  </c:pt>
                  <c:pt idx="87">
                    <c:v>3306</c:v>
                  </c:pt>
                  <c:pt idx="88">
                    <c:v>3344</c:v>
                  </c:pt>
                  <c:pt idx="89">
                    <c:v>3382</c:v>
                  </c:pt>
                  <c:pt idx="90">
                    <c:v>3420</c:v>
                  </c:pt>
                  <c:pt idx="91">
                    <c:v>3458</c:v>
                  </c:pt>
                  <c:pt idx="92">
                    <c:v>3496</c:v>
                  </c:pt>
                  <c:pt idx="93">
                    <c:v>3534</c:v>
                  </c:pt>
                  <c:pt idx="94">
                    <c:v>3572</c:v>
                  </c:pt>
                  <c:pt idx="95">
                    <c:v>3610</c:v>
                  </c:pt>
                  <c:pt idx="96">
                    <c:v>3648</c:v>
                  </c:pt>
                  <c:pt idx="97">
                    <c:v>3686</c:v>
                  </c:pt>
                  <c:pt idx="98">
                    <c:v>3724</c:v>
                  </c:pt>
                  <c:pt idx="99">
                    <c:v>3762</c:v>
                  </c:pt>
                  <c:pt idx="100">
                    <c:v>3800</c:v>
                  </c:pt>
                  <c:pt idx="101">
                    <c:v>3838</c:v>
                  </c:pt>
                  <c:pt idx="102">
                    <c:v>3876</c:v>
                  </c:pt>
                  <c:pt idx="103">
                    <c:v>3914</c:v>
                  </c:pt>
                  <c:pt idx="104">
                    <c:v>3952</c:v>
                  </c:pt>
                  <c:pt idx="105">
                    <c:v>3990</c:v>
                  </c:pt>
                  <c:pt idx="106">
                    <c:v>4028</c:v>
                  </c:pt>
                  <c:pt idx="107">
                    <c:v>4066</c:v>
                  </c:pt>
                  <c:pt idx="108">
                    <c:v>4104</c:v>
                  </c:pt>
                  <c:pt idx="109">
                    <c:v>4142</c:v>
                  </c:pt>
                  <c:pt idx="110">
                    <c:v>4180</c:v>
                  </c:pt>
                  <c:pt idx="111">
                    <c:v>4218</c:v>
                  </c:pt>
                  <c:pt idx="112">
                    <c:v>4256</c:v>
                  </c:pt>
                  <c:pt idx="113">
                    <c:v>4294</c:v>
                  </c:pt>
                  <c:pt idx="114">
                    <c:v>4332</c:v>
                  </c:pt>
                  <c:pt idx="115">
                    <c:v>4370</c:v>
                  </c:pt>
                  <c:pt idx="116">
                    <c:v>4408</c:v>
                  </c:pt>
                  <c:pt idx="117">
                    <c:v>4446</c:v>
                  </c:pt>
                  <c:pt idx="118">
                    <c:v>4484</c:v>
                  </c:pt>
                  <c:pt idx="119">
                    <c:v>4522</c:v>
                  </c:pt>
                  <c:pt idx="120">
                    <c:v>4560</c:v>
                  </c:pt>
                  <c:pt idx="121">
                    <c:v>4598</c:v>
                  </c:pt>
                  <c:pt idx="122">
                    <c:v>4636</c:v>
                  </c:pt>
                  <c:pt idx="123">
                    <c:v>4674</c:v>
                  </c:pt>
                  <c:pt idx="124">
                    <c:v>4712</c:v>
                  </c:pt>
                  <c:pt idx="125">
                    <c:v>4750</c:v>
                  </c:pt>
                  <c:pt idx="126">
                    <c:v>4788</c:v>
                  </c:pt>
                  <c:pt idx="127">
                    <c:v>4826</c:v>
                  </c:pt>
                  <c:pt idx="128">
                    <c:v>4864</c:v>
                  </c:pt>
                  <c:pt idx="129">
                    <c:v>4902</c:v>
                  </c:pt>
                  <c:pt idx="130">
                    <c:v>4940</c:v>
                  </c:pt>
                  <c:pt idx="131">
                    <c:v>4978</c:v>
                  </c:pt>
                  <c:pt idx="132">
                    <c:v>5016</c:v>
                  </c:pt>
                  <c:pt idx="133">
                    <c:v>5054</c:v>
                  </c:pt>
                  <c:pt idx="134">
                    <c:v>5092</c:v>
                  </c:pt>
                  <c:pt idx="135">
                    <c:v>5130</c:v>
                  </c:pt>
                  <c:pt idx="136">
                    <c:v>5168</c:v>
                  </c:pt>
                  <c:pt idx="137">
                    <c:v>5206</c:v>
                  </c:pt>
                  <c:pt idx="138">
                    <c:v>5244</c:v>
                  </c:pt>
                  <c:pt idx="139">
                    <c:v>5282</c:v>
                  </c:pt>
                  <c:pt idx="140">
                    <c:v>5320</c:v>
                  </c:pt>
                  <c:pt idx="141">
                    <c:v>5358</c:v>
                  </c:pt>
                  <c:pt idx="142">
                    <c:v>5396</c:v>
                  </c:pt>
                  <c:pt idx="143">
                    <c:v>5434</c:v>
                  </c:pt>
                  <c:pt idx="144">
                    <c:v>5472</c:v>
                  </c:pt>
                  <c:pt idx="145">
                    <c:v>5510</c:v>
                  </c:pt>
                  <c:pt idx="146">
                    <c:v>5548</c:v>
                  </c:pt>
                  <c:pt idx="147">
                    <c:v>5586</c:v>
                  </c:pt>
                  <c:pt idx="148">
                    <c:v>5624</c:v>
                  </c:pt>
                  <c:pt idx="149">
                    <c:v>5662</c:v>
                  </c:pt>
                  <c:pt idx="150">
                    <c:v>5700</c:v>
                  </c:pt>
                  <c:pt idx="151">
                    <c:v>5738</c:v>
                  </c:pt>
                  <c:pt idx="152">
                    <c:v>5776</c:v>
                  </c:pt>
                  <c:pt idx="153">
                    <c:v>5814</c:v>
                  </c:pt>
                  <c:pt idx="154">
                    <c:v>5852</c:v>
                  </c:pt>
                  <c:pt idx="155">
                    <c:v>5890</c:v>
                  </c:pt>
                  <c:pt idx="156">
                    <c:v>5928</c:v>
                  </c:pt>
                  <c:pt idx="157">
                    <c:v>5966</c:v>
                  </c:pt>
                </c:lvl>
              </c:multiLvlStrCache>
            </c:multiLvlStrRef>
          </c:cat>
          <c:val>
            <c:numRef>
              <c:f>Sheet1!$D$2:$D$159</c:f>
              <c:numCache>
                <c:formatCode>General</c:formatCode>
                <c:ptCount val="158"/>
                <c:pt idx="0">
                  <c:v>86.32</c:v>
                </c:pt>
                <c:pt idx="1">
                  <c:v>86.34</c:v>
                </c:pt>
                <c:pt idx="2">
                  <c:v>86.34</c:v>
                </c:pt>
                <c:pt idx="3">
                  <c:v>86.34</c:v>
                </c:pt>
                <c:pt idx="4">
                  <c:v>86.35</c:v>
                </c:pt>
                <c:pt idx="5">
                  <c:v>86.35</c:v>
                </c:pt>
                <c:pt idx="6">
                  <c:v>86.35</c:v>
                </c:pt>
                <c:pt idx="7">
                  <c:v>86.35</c:v>
                </c:pt>
                <c:pt idx="8">
                  <c:v>86.35</c:v>
                </c:pt>
                <c:pt idx="9">
                  <c:v>86.35</c:v>
                </c:pt>
                <c:pt idx="10">
                  <c:v>86.37</c:v>
                </c:pt>
                <c:pt idx="11">
                  <c:v>86.37</c:v>
                </c:pt>
                <c:pt idx="12">
                  <c:v>86.37</c:v>
                </c:pt>
                <c:pt idx="13">
                  <c:v>86.37</c:v>
                </c:pt>
                <c:pt idx="14">
                  <c:v>86.37</c:v>
                </c:pt>
                <c:pt idx="15">
                  <c:v>86.37</c:v>
                </c:pt>
                <c:pt idx="16">
                  <c:v>86.37</c:v>
                </c:pt>
                <c:pt idx="17">
                  <c:v>86.37</c:v>
                </c:pt>
                <c:pt idx="18">
                  <c:v>86.37</c:v>
                </c:pt>
                <c:pt idx="19">
                  <c:v>86.37</c:v>
                </c:pt>
                <c:pt idx="20">
                  <c:v>86.37</c:v>
                </c:pt>
                <c:pt idx="21">
                  <c:v>86.37</c:v>
                </c:pt>
                <c:pt idx="22">
                  <c:v>86.37</c:v>
                </c:pt>
                <c:pt idx="23">
                  <c:v>86.37</c:v>
                </c:pt>
                <c:pt idx="24">
                  <c:v>86.37</c:v>
                </c:pt>
                <c:pt idx="25">
                  <c:v>86.37</c:v>
                </c:pt>
                <c:pt idx="26">
                  <c:v>86.37</c:v>
                </c:pt>
                <c:pt idx="27">
                  <c:v>86.37</c:v>
                </c:pt>
                <c:pt idx="28">
                  <c:v>86.37</c:v>
                </c:pt>
                <c:pt idx="29">
                  <c:v>86.37</c:v>
                </c:pt>
                <c:pt idx="30">
                  <c:v>86.37</c:v>
                </c:pt>
                <c:pt idx="31">
                  <c:v>86.37</c:v>
                </c:pt>
                <c:pt idx="32">
                  <c:v>86.37</c:v>
                </c:pt>
                <c:pt idx="33">
                  <c:v>86.37</c:v>
                </c:pt>
                <c:pt idx="34">
                  <c:v>86.37</c:v>
                </c:pt>
                <c:pt idx="35">
                  <c:v>86.37</c:v>
                </c:pt>
                <c:pt idx="36">
                  <c:v>86.37</c:v>
                </c:pt>
                <c:pt idx="37">
                  <c:v>86.37</c:v>
                </c:pt>
                <c:pt idx="38">
                  <c:v>86.37</c:v>
                </c:pt>
                <c:pt idx="39">
                  <c:v>86.37</c:v>
                </c:pt>
                <c:pt idx="40">
                  <c:v>86.37</c:v>
                </c:pt>
                <c:pt idx="41">
                  <c:v>86.37</c:v>
                </c:pt>
                <c:pt idx="42">
                  <c:v>86.37</c:v>
                </c:pt>
                <c:pt idx="43">
                  <c:v>86.37</c:v>
                </c:pt>
                <c:pt idx="44">
                  <c:v>86.37</c:v>
                </c:pt>
                <c:pt idx="45">
                  <c:v>86.37</c:v>
                </c:pt>
                <c:pt idx="46">
                  <c:v>86.37</c:v>
                </c:pt>
                <c:pt idx="47">
                  <c:v>86.37</c:v>
                </c:pt>
                <c:pt idx="48">
                  <c:v>86.37</c:v>
                </c:pt>
                <c:pt idx="49">
                  <c:v>86.37</c:v>
                </c:pt>
                <c:pt idx="50">
                  <c:v>86.37</c:v>
                </c:pt>
                <c:pt idx="51">
                  <c:v>86.37</c:v>
                </c:pt>
                <c:pt idx="52">
                  <c:v>86.37</c:v>
                </c:pt>
                <c:pt idx="53">
                  <c:v>86.37</c:v>
                </c:pt>
                <c:pt idx="54">
                  <c:v>86.37</c:v>
                </c:pt>
                <c:pt idx="55">
                  <c:v>86.37</c:v>
                </c:pt>
                <c:pt idx="56">
                  <c:v>86.37</c:v>
                </c:pt>
                <c:pt idx="57">
                  <c:v>86.37</c:v>
                </c:pt>
                <c:pt idx="58">
                  <c:v>86.37</c:v>
                </c:pt>
                <c:pt idx="59">
                  <c:v>86.37</c:v>
                </c:pt>
                <c:pt idx="60">
                  <c:v>86.37</c:v>
                </c:pt>
                <c:pt idx="61">
                  <c:v>86.37</c:v>
                </c:pt>
                <c:pt idx="62">
                  <c:v>86.37</c:v>
                </c:pt>
                <c:pt idx="63">
                  <c:v>86.37</c:v>
                </c:pt>
                <c:pt idx="64">
                  <c:v>86.37</c:v>
                </c:pt>
                <c:pt idx="65">
                  <c:v>86.37</c:v>
                </c:pt>
                <c:pt idx="66">
                  <c:v>86.37</c:v>
                </c:pt>
                <c:pt idx="67">
                  <c:v>86.37</c:v>
                </c:pt>
                <c:pt idx="68">
                  <c:v>86.37</c:v>
                </c:pt>
                <c:pt idx="69">
                  <c:v>86.37</c:v>
                </c:pt>
                <c:pt idx="70">
                  <c:v>86.37</c:v>
                </c:pt>
                <c:pt idx="71">
                  <c:v>86.37</c:v>
                </c:pt>
                <c:pt idx="72">
                  <c:v>86.37</c:v>
                </c:pt>
                <c:pt idx="73">
                  <c:v>86.37</c:v>
                </c:pt>
                <c:pt idx="74">
                  <c:v>86.37</c:v>
                </c:pt>
                <c:pt idx="75">
                  <c:v>86.37</c:v>
                </c:pt>
                <c:pt idx="76">
                  <c:v>86.37</c:v>
                </c:pt>
                <c:pt idx="77">
                  <c:v>86.37</c:v>
                </c:pt>
                <c:pt idx="78">
                  <c:v>86.37</c:v>
                </c:pt>
                <c:pt idx="79">
                  <c:v>86.37</c:v>
                </c:pt>
                <c:pt idx="80">
                  <c:v>86.37</c:v>
                </c:pt>
                <c:pt idx="81">
                  <c:v>86.37</c:v>
                </c:pt>
                <c:pt idx="82">
                  <c:v>86.37</c:v>
                </c:pt>
                <c:pt idx="83">
                  <c:v>86.37</c:v>
                </c:pt>
                <c:pt idx="84">
                  <c:v>86.37</c:v>
                </c:pt>
                <c:pt idx="85">
                  <c:v>86.37</c:v>
                </c:pt>
                <c:pt idx="86">
                  <c:v>86.37</c:v>
                </c:pt>
                <c:pt idx="87">
                  <c:v>86.37</c:v>
                </c:pt>
                <c:pt idx="88">
                  <c:v>86.37</c:v>
                </c:pt>
                <c:pt idx="89">
                  <c:v>86.37</c:v>
                </c:pt>
                <c:pt idx="90">
                  <c:v>86.37</c:v>
                </c:pt>
                <c:pt idx="91">
                  <c:v>86.37</c:v>
                </c:pt>
                <c:pt idx="92">
                  <c:v>86.37</c:v>
                </c:pt>
                <c:pt idx="93">
                  <c:v>86.37</c:v>
                </c:pt>
                <c:pt idx="94">
                  <c:v>86.37</c:v>
                </c:pt>
                <c:pt idx="95">
                  <c:v>86.37</c:v>
                </c:pt>
                <c:pt idx="96">
                  <c:v>86.37</c:v>
                </c:pt>
                <c:pt idx="97">
                  <c:v>86.37</c:v>
                </c:pt>
                <c:pt idx="98">
                  <c:v>86.37</c:v>
                </c:pt>
                <c:pt idx="99">
                  <c:v>86.37</c:v>
                </c:pt>
                <c:pt idx="100">
                  <c:v>86.37</c:v>
                </c:pt>
                <c:pt idx="101">
                  <c:v>86.37</c:v>
                </c:pt>
                <c:pt idx="102">
                  <c:v>86.37</c:v>
                </c:pt>
                <c:pt idx="103">
                  <c:v>86.37</c:v>
                </c:pt>
                <c:pt idx="104">
                  <c:v>86.37</c:v>
                </c:pt>
                <c:pt idx="105">
                  <c:v>86.37</c:v>
                </c:pt>
                <c:pt idx="106">
                  <c:v>86.37</c:v>
                </c:pt>
                <c:pt idx="107">
                  <c:v>86.37</c:v>
                </c:pt>
                <c:pt idx="108">
                  <c:v>86.37</c:v>
                </c:pt>
                <c:pt idx="109">
                  <c:v>86.37</c:v>
                </c:pt>
                <c:pt idx="110">
                  <c:v>86.37</c:v>
                </c:pt>
                <c:pt idx="111">
                  <c:v>86.37</c:v>
                </c:pt>
                <c:pt idx="112">
                  <c:v>86.37</c:v>
                </c:pt>
                <c:pt idx="113">
                  <c:v>86.37</c:v>
                </c:pt>
                <c:pt idx="114">
                  <c:v>86.37</c:v>
                </c:pt>
                <c:pt idx="115">
                  <c:v>86.37</c:v>
                </c:pt>
                <c:pt idx="116">
                  <c:v>86.37</c:v>
                </c:pt>
                <c:pt idx="117">
                  <c:v>86.37</c:v>
                </c:pt>
                <c:pt idx="118">
                  <c:v>86.37</c:v>
                </c:pt>
                <c:pt idx="119">
                  <c:v>86.37</c:v>
                </c:pt>
                <c:pt idx="120">
                  <c:v>86.37</c:v>
                </c:pt>
                <c:pt idx="121">
                  <c:v>86.37</c:v>
                </c:pt>
                <c:pt idx="122">
                  <c:v>86.37</c:v>
                </c:pt>
                <c:pt idx="123">
                  <c:v>86.37</c:v>
                </c:pt>
                <c:pt idx="124">
                  <c:v>86.37</c:v>
                </c:pt>
                <c:pt idx="125">
                  <c:v>86.37</c:v>
                </c:pt>
                <c:pt idx="126">
                  <c:v>86.37</c:v>
                </c:pt>
                <c:pt idx="127">
                  <c:v>86.37</c:v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time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7"/>
      </c:catAx>
      <c:valAx>
        <c:axId val="2094734552"/>
        <c:scaling>
          <c:orientation val="minMax"/>
          <c:max val="98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Decode HBM (GB)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imes New Roman"/>
              </a:rPr>
              <a:t>(c)  CPU memory (anon)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Recompute</c:v>
                </c:pt>
              </c:strCache>
            </c:strRef>
          </c:tx>
          <c:spPr>
            <a:solidFill>
              <a:srgbClr val="8A9199"/>
            </a:solidFill>
            <a:ln w="25400" cap="flat">
              <a:solidFill>
                <a:srgbClr val="8A91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9199"/>
              </a:solidFill>
              <a:ln w="9525" cap="flat">
                <a:solidFill>
                  <a:srgbClr val="8A91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Sheet1!$A$2:$A$159</c:f>
              <c:multiLvlStrCache>
                <c:ptCount val="158"/>
                <c:lvl>
                  <c:pt idx="0">
                    <c:v>0</c:v>
                  </c:pt>
                  <c:pt idx="1">
                    <c:v>38</c:v>
                  </c:pt>
                  <c:pt idx="2">
                    <c:v>76</c:v>
                  </c:pt>
                  <c:pt idx="3">
                    <c:v>114</c:v>
                  </c:pt>
                  <c:pt idx="4">
                    <c:v>152</c:v>
                  </c:pt>
                  <c:pt idx="5">
                    <c:v>190</c:v>
                  </c:pt>
                  <c:pt idx="6">
                    <c:v>228</c:v>
                  </c:pt>
                  <c:pt idx="7">
                    <c:v>266</c:v>
                  </c:pt>
                  <c:pt idx="8">
                    <c:v>304</c:v>
                  </c:pt>
                  <c:pt idx="9">
                    <c:v>342</c:v>
                  </c:pt>
                  <c:pt idx="10">
                    <c:v>380</c:v>
                  </c:pt>
                  <c:pt idx="11">
                    <c:v>418</c:v>
                  </c:pt>
                  <c:pt idx="12">
                    <c:v>456</c:v>
                  </c:pt>
                  <c:pt idx="13">
                    <c:v>494</c:v>
                  </c:pt>
                  <c:pt idx="14">
                    <c:v>532</c:v>
                  </c:pt>
                  <c:pt idx="15">
                    <c:v>570</c:v>
                  </c:pt>
                  <c:pt idx="16">
                    <c:v>608</c:v>
                  </c:pt>
                  <c:pt idx="17">
                    <c:v>646</c:v>
                  </c:pt>
                  <c:pt idx="18">
                    <c:v>684</c:v>
                  </c:pt>
                  <c:pt idx="19">
                    <c:v>722</c:v>
                  </c:pt>
                  <c:pt idx="20">
                    <c:v>760</c:v>
                  </c:pt>
                  <c:pt idx="21">
                    <c:v>798</c:v>
                  </c:pt>
                  <c:pt idx="22">
                    <c:v>836</c:v>
                  </c:pt>
                  <c:pt idx="23">
                    <c:v>874</c:v>
                  </c:pt>
                  <c:pt idx="24">
                    <c:v>912</c:v>
                  </c:pt>
                  <c:pt idx="25">
                    <c:v>950</c:v>
                  </c:pt>
                  <c:pt idx="26">
                    <c:v>988</c:v>
                  </c:pt>
                  <c:pt idx="27">
                    <c:v>1026</c:v>
                  </c:pt>
                  <c:pt idx="28">
                    <c:v>1064</c:v>
                  </c:pt>
                  <c:pt idx="29">
                    <c:v>1102</c:v>
                  </c:pt>
                  <c:pt idx="30">
                    <c:v>1140</c:v>
                  </c:pt>
                  <c:pt idx="31">
                    <c:v>1178</c:v>
                  </c:pt>
                  <c:pt idx="32">
                    <c:v>1216</c:v>
                  </c:pt>
                  <c:pt idx="33">
                    <c:v>1254</c:v>
                  </c:pt>
                  <c:pt idx="34">
                    <c:v>1292</c:v>
                  </c:pt>
                  <c:pt idx="35">
                    <c:v>1330</c:v>
                  </c:pt>
                  <c:pt idx="36">
                    <c:v>1368</c:v>
                  </c:pt>
                  <c:pt idx="37">
                    <c:v>1406</c:v>
                  </c:pt>
                  <c:pt idx="38">
                    <c:v>1444</c:v>
                  </c:pt>
                  <c:pt idx="39">
                    <c:v>1482</c:v>
                  </c:pt>
                  <c:pt idx="40">
                    <c:v>1520</c:v>
                  </c:pt>
                  <c:pt idx="41">
                    <c:v>1558</c:v>
                  </c:pt>
                  <c:pt idx="42">
                    <c:v>1596</c:v>
                  </c:pt>
                  <c:pt idx="43">
                    <c:v>1634</c:v>
                  </c:pt>
                  <c:pt idx="44">
                    <c:v>1672</c:v>
                  </c:pt>
                  <c:pt idx="45">
                    <c:v>1710</c:v>
                  </c:pt>
                  <c:pt idx="46">
                    <c:v>1748</c:v>
                  </c:pt>
                  <c:pt idx="47">
                    <c:v>1786</c:v>
                  </c:pt>
                  <c:pt idx="48">
                    <c:v>1824</c:v>
                  </c:pt>
                  <c:pt idx="49">
                    <c:v>1862</c:v>
                  </c:pt>
                  <c:pt idx="50">
                    <c:v>1900</c:v>
                  </c:pt>
                  <c:pt idx="51">
                    <c:v>1938</c:v>
                  </c:pt>
                  <c:pt idx="52">
                    <c:v>1976</c:v>
                  </c:pt>
                  <c:pt idx="53">
                    <c:v>2014</c:v>
                  </c:pt>
                  <c:pt idx="54">
                    <c:v>2052</c:v>
                  </c:pt>
                  <c:pt idx="55">
                    <c:v>2090</c:v>
                  </c:pt>
                  <c:pt idx="56">
                    <c:v>2128</c:v>
                  </c:pt>
                  <c:pt idx="57">
                    <c:v>2166</c:v>
                  </c:pt>
                  <c:pt idx="58">
                    <c:v>2204</c:v>
                  </c:pt>
                  <c:pt idx="59">
                    <c:v>2242</c:v>
                  </c:pt>
                  <c:pt idx="60">
                    <c:v>2280</c:v>
                  </c:pt>
                  <c:pt idx="61">
                    <c:v>2318</c:v>
                  </c:pt>
                  <c:pt idx="62">
                    <c:v>2356</c:v>
                  </c:pt>
                  <c:pt idx="63">
                    <c:v>2394</c:v>
                  </c:pt>
                  <c:pt idx="64">
                    <c:v>2432</c:v>
                  </c:pt>
                  <c:pt idx="65">
                    <c:v>2470</c:v>
                  </c:pt>
                  <c:pt idx="66">
                    <c:v>2508</c:v>
                  </c:pt>
                  <c:pt idx="67">
                    <c:v>2546</c:v>
                  </c:pt>
                  <c:pt idx="68">
                    <c:v>2584</c:v>
                  </c:pt>
                  <c:pt idx="69">
                    <c:v>2622</c:v>
                  </c:pt>
                  <c:pt idx="70">
                    <c:v>2660</c:v>
                  </c:pt>
                  <c:pt idx="71">
                    <c:v>2698</c:v>
                  </c:pt>
                  <c:pt idx="72">
                    <c:v>2736</c:v>
                  </c:pt>
                  <c:pt idx="73">
                    <c:v>2774</c:v>
                  </c:pt>
                  <c:pt idx="74">
                    <c:v>2812</c:v>
                  </c:pt>
                  <c:pt idx="75">
                    <c:v>2850</c:v>
                  </c:pt>
                  <c:pt idx="76">
                    <c:v>2888</c:v>
                  </c:pt>
                  <c:pt idx="77">
                    <c:v>2926</c:v>
                  </c:pt>
                  <c:pt idx="78">
                    <c:v>2964</c:v>
                  </c:pt>
                  <c:pt idx="79">
                    <c:v>3002</c:v>
                  </c:pt>
                  <c:pt idx="80">
                    <c:v>3040</c:v>
                  </c:pt>
                  <c:pt idx="81">
                    <c:v>3078</c:v>
                  </c:pt>
                  <c:pt idx="82">
                    <c:v>3116</c:v>
                  </c:pt>
                  <c:pt idx="83">
                    <c:v>3154</c:v>
                  </c:pt>
                  <c:pt idx="84">
                    <c:v>3192</c:v>
                  </c:pt>
                  <c:pt idx="85">
                    <c:v>3230</c:v>
                  </c:pt>
                  <c:pt idx="86">
                    <c:v>3268</c:v>
                  </c:pt>
                  <c:pt idx="87">
                    <c:v>3306</c:v>
                  </c:pt>
                  <c:pt idx="88">
                    <c:v>3344</c:v>
                  </c:pt>
                  <c:pt idx="89">
                    <c:v>3382</c:v>
                  </c:pt>
                  <c:pt idx="90">
                    <c:v>3420</c:v>
                  </c:pt>
                  <c:pt idx="91">
                    <c:v>3458</c:v>
                  </c:pt>
                  <c:pt idx="92">
                    <c:v>3496</c:v>
                  </c:pt>
                  <c:pt idx="93">
                    <c:v>3534</c:v>
                  </c:pt>
                  <c:pt idx="94">
                    <c:v>3572</c:v>
                  </c:pt>
                  <c:pt idx="95">
                    <c:v>3610</c:v>
                  </c:pt>
                  <c:pt idx="96">
                    <c:v>3648</c:v>
                  </c:pt>
                  <c:pt idx="97">
                    <c:v>3686</c:v>
                  </c:pt>
                  <c:pt idx="98">
                    <c:v>3724</c:v>
                  </c:pt>
                  <c:pt idx="99">
                    <c:v>3762</c:v>
                  </c:pt>
                  <c:pt idx="100">
                    <c:v>3800</c:v>
                  </c:pt>
                  <c:pt idx="101">
                    <c:v>3838</c:v>
                  </c:pt>
                  <c:pt idx="102">
                    <c:v>3876</c:v>
                  </c:pt>
                  <c:pt idx="103">
                    <c:v>3914</c:v>
                  </c:pt>
                  <c:pt idx="104">
                    <c:v>3952</c:v>
                  </c:pt>
                  <c:pt idx="105">
                    <c:v>3990</c:v>
                  </c:pt>
                  <c:pt idx="106">
                    <c:v>4028</c:v>
                  </c:pt>
                  <c:pt idx="107">
                    <c:v>4066</c:v>
                  </c:pt>
                  <c:pt idx="108">
                    <c:v>4104</c:v>
                  </c:pt>
                  <c:pt idx="109">
                    <c:v>4142</c:v>
                  </c:pt>
                  <c:pt idx="110">
                    <c:v>4180</c:v>
                  </c:pt>
                  <c:pt idx="111">
                    <c:v>4218</c:v>
                  </c:pt>
                  <c:pt idx="112">
                    <c:v>4256</c:v>
                  </c:pt>
                  <c:pt idx="113">
                    <c:v>4294</c:v>
                  </c:pt>
                  <c:pt idx="114">
                    <c:v>4332</c:v>
                  </c:pt>
                  <c:pt idx="115">
                    <c:v>4370</c:v>
                  </c:pt>
                  <c:pt idx="116">
                    <c:v>4408</c:v>
                  </c:pt>
                  <c:pt idx="117">
                    <c:v>4446</c:v>
                  </c:pt>
                  <c:pt idx="118">
                    <c:v>4484</c:v>
                  </c:pt>
                  <c:pt idx="119">
                    <c:v>4522</c:v>
                  </c:pt>
                  <c:pt idx="120">
                    <c:v>4560</c:v>
                  </c:pt>
                  <c:pt idx="121">
                    <c:v>4598</c:v>
                  </c:pt>
                  <c:pt idx="122">
                    <c:v>4636</c:v>
                  </c:pt>
                  <c:pt idx="123">
                    <c:v>4674</c:v>
                  </c:pt>
                  <c:pt idx="124">
                    <c:v>4712</c:v>
                  </c:pt>
                  <c:pt idx="125">
                    <c:v>4750</c:v>
                  </c:pt>
                  <c:pt idx="126">
                    <c:v>4788</c:v>
                  </c:pt>
                  <c:pt idx="127">
                    <c:v>4826</c:v>
                  </c:pt>
                  <c:pt idx="128">
                    <c:v>4864</c:v>
                  </c:pt>
                  <c:pt idx="129">
                    <c:v>4902</c:v>
                  </c:pt>
                  <c:pt idx="130">
                    <c:v>4940</c:v>
                  </c:pt>
                  <c:pt idx="131">
                    <c:v>4978</c:v>
                  </c:pt>
                  <c:pt idx="132">
                    <c:v>5016</c:v>
                  </c:pt>
                  <c:pt idx="133">
                    <c:v>5054</c:v>
                  </c:pt>
                  <c:pt idx="134">
                    <c:v>5092</c:v>
                  </c:pt>
                  <c:pt idx="135">
                    <c:v>5130</c:v>
                  </c:pt>
                  <c:pt idx="136">
                    <c:v>5168</c:v>
                  </c:pt>
                  <c:pt idx="137">
                    <c:v>5206</c:v>
                  </c:pt>
                  <c:pt idx="138">
                    <c:v>5244</c:v>
                  </c:pt>
                  <c:pt idx="139">
                    <c:v>5282</c:v>
                  </c:pt>
                  <c:pt idx="140">
                    <c:v>5320</c:v>
                  </c:pt>
                  <c:pt idx="141">
                    <c:v>5358</c:v>
                  </c:pt>
                  <c:pt idx="142">
                    <c:v>5396</c:v>
                  </c:pt>
                  <c:pt idx="143">
                    <c:v>5434</c:v>
                  </c:pt>
                  <c:pt idx="144">
                    <c:v>5472</c:v>
                  </c:pt>
                  <c:pt idx="145">
                    <c:v>5510</c:v>
                  </c:pt>
                  <c:pt idx="146">
                    <c:v>5548</c:v>
                  </c:pt>
                  <c:pt idx="147">
                    <c:v>5586</c:v>
                  </c:pt>
                  <c:pt idx="148">
                    <c:v>5624</c:v>
                  </c:pt>
                  <c:pt idx="149">
                    <c:v>5662</c:v>
                  </c:pt>
                  <c:pt idx="150">
                    <c:v>5700</c:v>
                  </c:pt>
                  <c:pt idx="151">
                    <c:v>5738</c:v>
                  </c:pt>
                  <c:pt idx="152">
                    <c:v>5776</c:v>
                  </c:pt>
                  <c:pt idx="153">
                    <c:v>5814</c:v>
                  </c:pt>
                  <c:pt idx="154">
                    <c:v>5852</c:v>
                  </c:pt>
                  <c:pt idx="155">
                    <c:v>5890</c:v>
                  </c:pt>
                  <c:pt idx="156">
                    <c:v>5928</c:v>
                  </c:pt>
                  <c:pt idx="157">
                    <c:v>5966</c:v>
                  </c:pt>
                </c:lvl>
              </c:multiLvlStrCache>
            </c:multiLvlStrRef>
          </c:cat>
          <c:val>
            <c:numRef>
              <c:f>Sheet1!$B$2:$B$159</c:f>
              <c:numCache>
                <c:formatCode>General</c:formatCode>
                <c:ptCount val="158"/>
                <c:pt idx="0">
                  <c:v>16.68</c:v>
                </c:pt>
                <c:pt idx="1">
                  <c:v>17</c:v>
                </c:pt>
                <c:pt idx="2">
                  <c:v>17.06</c:v>
                </c:pt>
                <c:pt idx="3">
                  <c:v>17.07</c:v>
                </c:pt>
                <c:pt idx="4">
                  <c:v>17.09</c:v>
                </c:pt>
                <c:pt idx="5">
                  <c:v>17.1</c:v>
                </c:pt>
                <c:pt idx="6">
                  <c:v>17.11</c:v>
                </c:pt>
                <c:pt idx="7">
                  <c:v>17.11</c:v>
                </c:pt>
                <c:pt idx="8">
                  <c:v>17.13</c:v>
                </c:pt>
                <c:pt idx="9">
                  <c:v>17.12</c:v>
                </c:pt>
                <c:pt idx="10">
                  <c:v>17.13</c:v>
                </c:pt>
                <c:pt idx="11">
                  <c:v>17.12</c:v>
                </c:pt>
                <c:pt idx="12">
                  <c:v>17.12</c:v>
                </c:pt>
                <c:pt idx="13">
                  <c:v>17.13</c:v>
                </c:pt>
                <c:pt idx="14">
                  <c:v>17.13</c:v>
                </c:pt>
                <c:pt idx="15">
                  <c:v>17.13</c:v>
                </c:pt>
                <c:pt idx="16">
                  <c:v>17.15</c:v>
                </c:pt>
                <c:pt idx="17">
                  <c:v>17.15</c:v>
                </c:pt>
                <c:pt idx="18">
                  <c:v>17.16</c:v>
                </c:pt>
                <c:pt idx="19">
                  <c:v>17.17</c:v>
                </c:pt>
                <c:pt idx="20">
                  <c:v>17.16</c:v>
                </c:pt>
                <c:pt idx="21">
                  <c:v>17.16</c:v>
                </c:pt>
                <c:pt idx="22">
                  <c:v>17.17</c:v>
                </c:pt>
                <c:pt idx="23">
                  <c:v>17.17</c:v>
                </c:pt>
                <c:pt idx="24">
                  <c:v>17.17</c:v>
                </c:pt>
                <c:pt idx="25">
                  <c:v>17.17</c:v>
                </c:pt>
                <c:pt idx="26">
                  <c:v>17.17</c:v>
                </c:pt>
                <c:pt idx="27">
                  <c:v>17.17</c:v>
                </c:pt>
                <c:pt idx="28">
                  <c:v>17.17</c:v>
                </c:pt>
                <c:pt idx="29">
                  <c:v>17.17</c:v>
                </c:pt>
                <c:pt idx="30">
                  <c:v>17.18</c:v>
                </c:pt>
                <c:pt idx="31">
                  <c:v>17.18</c:v>
                </c:pt>
                <c:pt idx="32">
                  <c:v>17.18</c:v>
                </c:pt>
                <c:pt idx="33">
                  <c:v>17.17</c:v>
                </c:pt>
                <c:pt idx="34">
                  <c:v>17.18</c:v>
                </c:pt>
                <c:pt idx="35">
                  <c:v>17.18</c:v>
                </c:pt>
                <c:pt idx="36">
                  <c:v>17.18</c:v>
                </c:pt>
                <c:pt idx="37">
                  <c:v>17.18</c:v>
                </c:pt>
                <c:pt idx="38">
                  <c:v>17.18</c:v>
                </c:pt>
                <c:pt idx="39">
                  <c:v>17.18</c:v>
                </c:pt>
                <c:pt idx="40">
                  <c:v>17.18</c:v>
                </c:pt>
                <c:pt idx="41">
                  <c:v>17.18</c:v>
                </c:pt>
                <c:pt idx="42">
                  <c:v>17.19</c:v>
                </c:pt>
                <c:pt idx="43">
                  <c:v>17.18</c:v>
                </c:pt>
                <c:pt idx="44">
                  <c:v>17.18</c:v>
                </c:pt>
                <c:pt idx="45">
                  <c:v>17.19</c:v>
                </c:pt>
                <c:pt idx="46">
                  <c:v>17.19</c:v>
                </c:pt>
                <c:pt idx="47">
                  <c:v>17.18</c:v>
                </c:pt>
                <c:pt idx="48">
                  <c:v>17.18</c:v>
                </c:pt>
                <c:pt idx="49">
                  <c:v>17.18</c:v>
                </c:pt>
                <c:pt idx="50">
                  <c:v>17.18</c:v>
                </c:pt>
                <c:pt idx="51">
                  <c:v>17.18</c:v>
                </c:pt>
                <c:pt idx="52">
                  <c:v>17.18</c:v>
                </c:pt>
                <c:pt idx="53">
                  <c:v>17.18</c:v>
                </c:pt>
                <c:pt idx="54">
                  <c:v>17.18</c:v>
                </c:pt>
                <c:pt idx="55">
                  <c:v>17.18</c:v>
                </c:pt>
                <c:pt idx="56">
                  <c:v>17.18</c:v>
                </c:pt>
                <c:pt idx="57">
                  <c:v>17.18</c:v>
                </c:pt>
                <c:pt idx="58">
                  <c:v>17.19</c:v>
                </c:pt>
                <c:pt idx="59">
                  <c:v>17.19</c:v>
                </c:pt>
                <c:pt idx="60">
                  <c:v>17.19</c:v>
                </c:pt>
                <c:pt idx="61">
                  <c:v>17.19</c:v>
                </c:pt>
                <c:pt idx="62">
                  <c:v>17.19</c:v>
                </c:pt>
                <c:pt idx="63">
                  <c:v>17.19</c:v>
                </c:pt>
                <c:pt idx="64">
                  <c:v>17.19</c:v>
                </c:pt>
                <c:pt idx="65">
                  <c:v>17.19</c:v>
                </c:pt>
                <c:pt idx="66">
                  <c:v>17.19</c:v>
                </c:pt>
                <c:pt idx="67">
                  <c:v>17.19</c:v>
                </c:pt>
                <c:pt idx="68">
                  <c:v>17.19</c:v>
                </c:pt>
                <c:pt idx="69">
                  <c:v>17.19</c:v>
                </c:pt>
                <c:pt idx="70">
                  <c:v>17.19</c:v>
                </c:pt>
                <c:pt idx="71">
                  <c:v>17.19</c:v>
                </c:pt>
                <c:pt idx="72">
                  <c:v>17.2</c:v>
                </c:pt>
                <c:pt idx="73">
                  <c:v>17.19</c:v>
                </c:pt>
                <c:pt idx="74">
                  <c:v>17.2</c:v>
                </c:pt>
                <c:pt idx="75">
                  <c:v>17.2</c:v>
                </c:pt>
                <c:pt idx="76">
                  <c:v>17.19</c:v>
                </c:pt>
                <c:pt idx="77">
                  <c:v>17.18</c:v>
                </c:pt>
                <c:pt idx="78">
                  <c:v>17.16</c:v>
                </c:pt>
                <c:pt idx="79">
                  <c:v>17.16</c:v>
                </c:pt>
                <c:pt idx="80">
                  <c:v>17.16</c:v>
                </c:pt>
                <c:pt idx="81">
                  <c:v>17.16</c:v>
                </c:pt>
                <c:pt idx="82">
                  <c:v>17.16</c:v>
                </c:pt>
                <c:pt idx="83">
                  <c:v>16.56</c:v>
                </c:pt>
                <c:pt idx="84">
                  <c:v>16.56</c:v>
                </c:pt>
                <c:pt idx="85">
                  <c:v>16.56</c:v>
                </c:pt>
                <c:pt idx="86">
                  <c:v>16.56</c:v>
                </c:pt>
                <c:pt idx="87">
                  <c:v>16.56</c:v>
                </c:pt>
                <c:pt idx="88">
                  <c:v>16.56</c:v>
                </c:pt>
                <c:pt idx="89">
                  <c:v>16.56</c:v>
                </c:pt>
                <c:pt idx="90">
                  <c:v>16.56</c:v>
                </c:pt>
                <c:pt idx="91">
                  <c:v>16.45</c:v>
                </c:pt>
                <c:pt idx="92">
                  <c:v>16.42</c:v>
                </c:pt>
                <c:pt idx="93">
                  <c:v>16.42</c:v>
                </c:pt>
                <c:pt idx="94">
                  <c:v>16.42</c:v>
                </c:pt>
                <c:pt idx="95">
                  <c:v>16.42</c:v>
                </c:pt>
                <c:pt idx="96">
                  <c:v>16.42</c:v>
                </c:pt>
                <c:pt idx="97">
                  <c:v>16.42</c:v>
                </c:pt>
                <c:pt idx="98">
                  <c:v>16.43</c:v>
                </c:pt>
                <c:pt idx="99">
                  <c:v>16.43</c:v>
                </c:pt>
                <c:pt idx="100">
                  <c:v>16.42</c:v>
                </c:pt>
                <c:pt idx="101">
                  <c:v>16.42</c:v>
                </c:pt>
                <c:pt idx="102">
                  <c:v>16.43</c:v>
                </c:pt>
                <c:pt idx="103">
                  <c:v>16.43</c:v>
                </c:pt>
                <c:pt idx="104">
                  <c:v>16.42</c:v>
                </c:pt>
                <c:pt idx="105">
                  <c:v>16.42</c:v>
                </c:pt>
                <c:pt idx="106">
                  <c:v>16.43</c:v>
                </c:pt>
                <c:pt idx="107">
                  <c:v>16.43</c:v>
                </c:pt>
                <c:pt idx="108">
                  <c:v>16.42</c:v>
                </c:pt>
                <c:pt idx="109">
                  <c:v>16.43</c:v>
                </c:pt>
                <c:pt idx="110">
                  <c:v>16.43</c:v>
                </c:pt>
                <c:pt idx="111">
                  <c:v>16.43</c:v>
                </c:pt>
                <c:pt idx="112">
                  <c:v>16.43</c:v>
                </c:pt>
                <c:pt idx="113">
                  <c:v>16.43</c:v>
                </c:pt>
                <c:pt idx="114">
                  <c:v>16.43</c:v>
                </c:pt>
                <c:pt idx="115">
                  <c:v>16.43</c:v>
                </c:pt>
                <c:pt idx="116">
                  <c:v>16.43</c:v>
                </c:pt>
                <c:pt idx="117">
                  <c:v>16.43</c:v>
                </c:pt>
                <c:pt idx="118">
                  <c:v>16.43</c:v>
                </c:pt>
                <c:pt idx="119">
                  <c:v>16.43</c:v>
                </c:pt>
                <c:pt idx="120">
                  <c:v>16.43</c:v>
                </c:pt>
                <c:pt idx="121">
                  <c:v>16.43</c:v>
                </c:pt>
                <c:pt idx="122">
                  <c:v>16.43</c:v>
                </c:pt>
                <c:pt idx="123">
                  <c:v>16.43</c:v>
                </c:pt>
                <c:pt idx="124">
                  <c:v>16.43</c:v>
                </c:pt>
                <c:pt idx="125">
                  <c:v>16.43</c:v>
                </c:pt>
                <c:pt idx="126">
                  <c:v>16.43</c:v>
                </c:pt>
                <c:pt idx="127">
                  <c:v>16.43</c:v>
                </c:pt>
                <c:pt idx="128">
                  <c:v>16.43</c:v>
                </c:pt>
                <c:pt idx="129">
                  <c:v>16.43</c:v>
                </c:pt>
                <c:pt idx="130">
                  <c:v>16.43</c:v>
                </c:pt>
                <c:pt idx="131">
                  <c:v>16.43</c:v>
                </c:pt>
                <c:pt idx="132">
                  <c:v>16.43</c:v>
                </c:pt>
                <c:pt idx="133">
                  <c:v>16.43</c:v>
                </c:pt>
                <c:pt idx="134">
                  <c:v>16.43</c:v>
                </c:pt>
                <c:pt idx="135">
                  <c:v>16.44</c:v>
                </c:pt>
                <c:pt idx="136">
                  <c:v>16.43</c:v>
                </c:pt>
                <c:pt idx="137">
                  <c:v>16.43</c:v>
                </c:pt>
                <c:pt idx="138">
                  <c:v>16.43</c:v>
                </c:pt>
                <c:pt idx="139">
                  <c:v>16.43</c:v>
                </c:pt>
                <c:pt idx="140">
                  <c:v>16.43</c:v>
                </c:pt>
                <c:pt idx="141">
                  <c:v>16.43</c:v>
                </c:pt>
                <c:pt idx="142">
                  <c:v>16.43</c:v>
                </c:pt>
                <c:pt idx="143">
                  <c:v>16.46</c:v>
                </c:pt>
                <c:pt idx="144">
                  <c:v>16.46</c:v>
                </c:pt>
                <c:pt idx="145">
                  <c:v>16.47</c:v>
                </c:pt>
                <c:pt idx="146">
                  <c:v>16.48</c:v>
                </c:pt>
                <c:pt idx="147">
                  <c:v>16.47</c:v>
                </c:pt>
                <c:pt idx="148">
                  <c:v>16.46</c:v>
                </c:pt>
                <c:pt idx="149">
                  <c:v>16.46</c:v>
                </c:pt>
                <c:pt idx="150">
                  <c:v>16.46</c:v>
                </c:pt>
                <c:pt idx="151">
                  <c:v>16.46</c:v>
                </c:pt>
                <c:pt idx="152">
                  <c:v>16.43</c:v>
                </c:pt>
                <c:pt idx="153">
                  <c:v>16.43</c:v>
                </c:pt>
                <c:pt idx="154">
                  <c:v>16.43</c:v>
                </c:pt>
                <c:pt idx="155">
                  <c:v>16.43</c:v>
                </c:pt>
                <c:pt idx="156">
                  <c:v>16.43</c:v>
                </c:pt>
                <c:pt idx="157">
                  <c:v>16.43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SGLang</c:v>
                </c:pt>
              </c:strCache>
            </c:strRef>
          </c:tx>
          <c:spPr>
            <a:solidFill>
              <a:srgbClr val="0072B2"/>
            </a:solidFill>
            <a:ln w="25400" cap="flat">
              <a:solidFill>
                <a:srgbClr val="0072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72B2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Sheet1!$A$2:$A$159</c:f>
              <c:multiLvlStrCache>
                <c:ptCount val="158"/>
                <c:lvl>
                  <c:pt idx="0">
                    <c:v>0</c:v>
                  </c:pt>
                  <c:pt idx="1">
                    <c:v>38</c:v>
                  </c:pt>
                  <c:pt idx="2">
                    <c:v>76</c:v>
                  </c:pt>
                  <c:pt idx="3">
                    <c:v>114</c:v>
                  </c:pt>
                  <c:pt idx="4">
                    <c:v>152</c:v>
                  </c:pt>
                  <c:pt idx="5">
                    <c:v>190</c:v>
                  </c:pt>
                  <c:pt idx="6">
                    <c:v>228</c:v>
                  </c:pt>
                  <c:pt idx="7">
                    <c:v>266</c:v>
                  </c:pt>
                  <c:pt idx="8">
                    <c:v>304</c:v>
                  </c:pt>
                  <c:pt idx="9">
                    <c:v>342</c:v>
                  </c:pt>
                  <c:pt idx="10">
                    <c:v>380</c:v>
                  </c:pt>
                  <c:pt idx="11">
                    <c:v>418</c:v>
                  </c:pt>
                  <c:pt idx="12">
                    <c:v>456</c:v>
                  </c:pt>
                  <c:pt idx="13">
                    <c:v>494</c:v>
                  </c:pt>
                  <c:pt idx="14">
                    <c:v>532</c:v>
                  </c:pt>
                  <c:pt idx="15">
                    <c:v>570</c:v>
                  </c:pt>
                  <c:pt idx="16">
                    <c:v>608</c:v>
                  </c:pt>
                  <c:pt idx="17">
                    <c:v>646</c:v>
                  </c:pt>
                  <c:pt idx="18">
                    <c:v>684</c:v>
                  </c:pt>
                  <c:pt idx="19">
                    <c:v>722</c:v>
                  </c:pt>
                  <c:pt idx="20">
                    <c:v>760</c:v>
                  </c:pt>
                  <c:pt idx="21">
                    <c:v>798</c:v>
                  </c:pt>
                  <c:pt idx="22">
                    <c:v>836</c:v>
                  </c:pt>
                  <c:pt idx="23">
                    <c:v>874</c:v>
                  </c:pt>
                  <c:pt idx="24">
                    <c:v>912</c:v>
                  </c:pt>
                  <c:pt idx="25">
                    <c:v>950</c:v>
                  </c:pt>
                  <c:pt idx="26">
                    <c:v>988</c:v>
                  </c:pt>
                  <c:pt idx="27">
                    <c:v>1026</c:v>
                  </c:pt>
                  <c:pt idx="28">
                    <c:v>1064</c:v>
                  </c:pt>
                  <c:pt idx="29">
                    <c:v>1102</c:v>
                  </c:pt>
                  <c:pt idx="30">
                    <c:v>1140</c:v>
                  </c:pt>
                  <c:pt idx="31">
                    <c:v>1178</c:v>
                  </c:pt>
                  <c:pt idx="32">
                    <c:v>1216</c:v>
                  </c:pt>
                  <c:pt idx="33">
                    <c:v>1254</c:v>
                  </c:pt>
                  <c:pt idx="34">
                    <c:v>1292</c:v>
                  </c:pt>
                  <c:pt idx="35">
                    <c:v>1330</c:v>
                  </c:pt>
                  <c:pt idx="36">
                    <c:v>1368</c:v>
                  </c:pt>
                  <c:pt idx="37">
                    <c:v>1406</c:v>
                  </c:pt>
                  <c:pt idx="38">
                    <c:v>1444</c:v>
                  </c:pt>
                  <c:pt idx="39">
                    <c:v>1482</c:v>
                  </c:pt>
                  <c:pt idx="40">
                    <c:v>1520</c:v>
                  </c:pt>
                  <c:pt idx="41">
                    <c:v>1558</c:v>
                  </c:pt>
                  <c:pt idx="42">
                    <c:v>1596</c:v>
                  </c:pt>
                  <c:pt idx="43">
                    <c:v>1634</c:v>
                  </c:pt>
                  <c:pt idx="44">
                    <c:v>1672</c:v>
                  </c:pt>
                  <c:pt idx="45">
                    <c:v>1710</c:v>
                  </c:pt>
                  <c:pt idx="46">
                    <c:v>1748</c:v>
                  </c:pt>
                  <c:pt idx="47">
                    <c:v>1786</c:v>
                  </c:pt>
                  <c:pt idx="48">
                    <c:v>1824</c:v>
                  </c:pt>
                  <c:pt idx="49">
                    <c:v>1862</c:v>
                  </c:pt>
                  <c:pt idx="50">
                    <c:v>1900</c:v>
                  </c:pt>
                  <c:pt idx="51">
                    <c:v>1938</c:v>
                  </c:pt>
                  <c:pt idx="52">
                    <c:v>1976</c:v>
                  </c:pt>
                  <c:pt idx="53">
                    <c:v>2014</c:v>
                  </c:pt>
                  <c:pt idx="54">
                    <c:v>2052</c:v>
                  </c:pt>
                  <c:pt idx="55">
                    <c:v>2090</c:v>
                  </c:pt>
                  <c:pt idx="56">
                    <c:v>2128</c:v>
                  </c:pt>
                  <c:pt idx="57">
                    <c:v>2166</c:v>
                  </c:pt>
                  <c:pt idx="58">
                    <c:v>2204</c:v>
                  </c:pt>
                  <c:pt idx="59">
                    <c:v>2242</c:v>
                  </c:pt>
                  <c:pt idx="60">
                    <c:v>2280</c:v>
                  </c:pt>
                  <c:pt idx="61">
                    <c:v>2318</c:v>
                  </c:pt>
                  <c:pt idx="62">
                    <c:v>2356</c:v>
                  </c:pt>
                  <c:pt idx="63">
                    <c:v>2394</c:v>
                  </c:pt>
                  <c:pt idx="64">
                    <c:v>2432</c:v>
                  </c:pt>
                  <c:pt idx="65">
                    <c:v>2470</c:v>
                  </c:pt>
                  <c:pt idx="66">
                    <c:v>2508</c:v>
                  </c:pt>
                  <c:pt idx="67">
                    <c:v>2546</c:v>
                  </c:pt>
                  <c:pt idx="68">
                    <c:v>2584</c:v>
                  </c:pt>
                  <c:pt idx="69">
                    <c:v>2622</c:v>
                  </c:pt>
                  <c:pt idx="70">
                    <c:v>2660</c:v>
                  </c:pt>
                  <c:pt idx="71">
                    <c:v>2698</c:v>
                  </c:pt>
                  <c:pt idx="72">
                    <c:v>2736</c:v>
                  </c:pt>
                  <c:pt idx="73">
                    <c:v>2774</c:v>
                  </c:pt>
                  <c:pt idx="74">
                    <c:v>2812</c:v>
                  </c:pt>
                  <c:pt idx="75">
                    <c:v>2850</c:v>
                  </c:pt>
                  <c:pt idx="76">
                    <c:v>2888</c:v>
                  </c:pt>
                  <c:pt idx="77">
                    <c:v>2926</c:v>
                  </c:pt>
                  <c:pt idx="78">
                    <c:v>2964</c:v>
                  </c:pt>
                  <c:pt idx="79">
                    <c:v>3002</c:v>
                  </c:pt>
                  <c:pt idx="80">
                    <c:v>3040</c:v>
                  </c:pt>
                  <c:pt idx="81">
                    <c:v>3078</c:v>
                  </c:pt>
                  <c:pt idx="82">
                    <c:v>3116</c:v>
                  </c:pt>
                  <c:pt idx="83">
                    <c:v>3154</c:v>
                  </c:pt>
                  <c:pt idx="84">
                    <c:v>3192</c:v>
                  </c:pt>
                  <c:pt idx="85">
                    <c:v>3230</c:v>
                  </c:pt>
                  <c:pt idx="86">
                    <c:v>3268</c:v>
                  </c:pt>
                  <c:pt idx="87">
                    <c:v>3306</c:v>
                  </c:pt>
                  <c:pt idx="88">
                    <c:v>3344</c:v>
                  </c:pt>
                  <c:pt idx="89">
                    <c:v>3382</c:v>
                  </c:pt>
                  <c:pt idx="90">
                    <c:v>3420</c:v>
                  </c:pt>
                  <c:pt idx="91">
                    <c:v>3458</c:v>
                  </c:pt>
                  <c:pt idx="92">
                    <c:v>3496</c:v>
                  </c:pt>
                  <c:pt idx="93">
                    <c:v>3534</c:v>
                  </c:pt>
                  <c:pt idx="94">
                    <c:v>3572</c:v>
                  </c:pt>
                  <c:pt idx="95">
                    <c:v>3610</c:v>
                  </c:pt>
                  <c:pt idx="96">
                    <c:v>3648</c:v>
                  </c:pt>
                  <c:pt idx="97">
                    <c:v>3686</c:v>
                  </c:pt>
                  <c:pt idx="98">
                    <c:v>3724</c:v>
                  </c:pt>
                  <c:pt idx="99">
                    <c:v>3762</c:v>
                  </c:pt>
                  <c:pt idx="100">
                    <c:v>3800</c:v>
                  </c:pt>
                  <c:pt idx="101">
                    <c:v>3838</c:v>
                  </c:pt>
                  <c:pt idx="102">
                    <c:v>3876</c:v>
                  </c:pt>
                  <c:pt idx="103">
                    <c:v>3914</c:v>
                  </c:pt>
                  <c:pt idx="104">
                    <c:v>3952</c:v>
                  </c:pt>
                  <c:pt idx="105">
                    <c:v>3990</c:v>
                  </c:pt>
                  <c:pt idx="106">
                    <c:v>4028</c:v>
                  </c:pt>
                  <c:pt idx="107">
                    <c:v>4066</c:v>
                  </c:pt>
                  <c:pt idx="108">
                    <c:v>4104</c:v>
                  </c:pt>
                  <c:pt idx="109">
                    <c:v>4142</c:v>
                  </c:pt>
                  <c:pt idx="110">
                    <c:v>4180</c:v>
                  </c:pt>
                  <c:pt idx="111">
                    <c:v>4218</c:v>
                  </c:pt>
                  <c:pt idx="112">
                    <c:v>4256</c:v>
                  </c:pt>
                  <c:pt idx="113">
                    <c:v>4294</c:v>
                  </c:pt>
                  <c:pt idx="114">
                    <c:v>4332</c:v>
                  </c:pt>
                  <c:pt idx="115">
                    <c:v>4370</c:v>
                  </c:pt>
                  <c:pt idx="116">
                    <c:v>4408</c:v>
                  </c:pt>
                  <c:pt idx="117">
                    <c:v>4446</c:v>
                  </c:pt>
                  <c:pt idx="118">
                    <c:v>4484</c:v>
                  </c:pt>
                  <c:pt idx="119">
                    <c:v>4522</c:v>
                  </c:pt>
                  <c:pt idx="120">
                    <c:v>4560</c:v>
                  </c:pt>
                  <c:pt idx="121">
                    <c:v>4598</c:v>
                  </c:pt>
                  <c:pt idx="122">
                    <c:v>4636</c:v>
                  </c:pt>
                  <c:pt idx="123">
                    <c:v>4674</c:v>
                  </c:pt>
                  <c:pt idx="124">
                    <c:v>4712</c:v>
                  </c:pt>
                  <c:pt idx="125">
                    <c:v>4750</c:v>
                  </c:pt>
                  <c:pt idx="126">
                    <c:v>4788</c:v>
                  </c:pt>
                  <c:pt idx="127">
                    <c:v>4826</c:v>
                  </c:pt>
                  <c:pt idx="128">
                    <c:v>4864</c:v>
                  </c:pt>
                  <c:pt idx="129">
                    <c:v>4902</c:v>
                  </c:pt>
                  <c:pt idx="130">
                    <c:v>4940</c:v>
                  </c:pt>
                  <c:pt idx="131">
                    <c:v>4978</c:v>
                  </c:pt>
                  <c:pt idx="132">
                    <c:v>5016</c:v>
                  </c:pt>
                  <c:pt idx="133">
                    <c:v>5054</c:v>
                  </c:pt>
                  <c:pt idx="134">
                    <c:v>5092</c:v>
                  </c:pt>
                  <c:pt idx="135">
                    <c:v>5130</c:v>
                  </c:pt>
                  <c:pt idx="136">
                    <c:v>5168</c:v>
                  </c:pt>
                  <c:pt idx="137">
                    <c:v>5206</c:v>
                  </c:pt>
                  <c:pt idx="138">
                    <c:v>5244</c:v>
                  </c:pt>
                  <c:pt idx="139">
                    <c:v>5282</c:v>
                  </c:pt>
                  <c:pt idx="140">
                    <c:v>5320</c:v>
                  </c:pt>
                  <c:pt idx="141">
                    <c:v>5358</c:v>
                  </c:pt>
                  <c:pt idx="142">
                    <c:v>5396</c:v>
                  </c:pt>
                  <c:pt idx="143">
                    <c:v>5434</c:v>
                  </c:pt>
                  <c:pt idx="144">
                    <c:v>5472</c:v>
                  </c:pt>
                  <c:pt idx="145">
                    <c:v>5510</c:v>
                  </c:pt>
                  <c:pt idx="146">
                    <c:v>5548</c:v>
                  </c:pt>
                  <c:pt idx="147">
                    <c:v>5586</c:v>
                  </c:pt>
                  <c:pt idx="148">
                    <c:v>5624</c:v>
                  </c:pt>
                  <c:pt idx="149">
                    <c:v>5662</c:v>
                  </c:pt>
                  <c:pt idx="150">
                    <c:v>5700</c:v>
                  </c:pt>
                  <c:pt idx="151">
                    <c:v>5738</c:v>
                  </c:pt>
                  <c:pt idx="152">
                    <c:v>5776</c:v>
                  </c:pt>
                  <c:pt idx="153">
                    <c:v>5814</c:v>
                  </c:pt>
                  <c:pt idx="154">
                    <c:v>5852</c:v>
                  </c:pt>
                  <c:pt idx="155">
                    <c:v>5890</c:v>
                  </c:pt>
                  <c:pt idx="156">
                    <c:v>5928</c:v>
                  </c:pt>
                  <c:pt idx="157">
                    <c:v>5966</c:v>
                  </c:pt>
                </c:lvl>
              </c:multiLvlStrCache>
            </c:multiLvlStrRef>
          </c:cat>
          <c:val>
            <c:numRef>
              <c:f>Sheet1!$C$2:$C$159</c:f>
              <c:numCache>
                <c:formatCode>General</c:formatCode>
                <c:ptCount val="158"/>
                <c:pt idx="0">
                  <c:v>33.52</c:v>
                </c:pt>
                <c:pt idx="1">
                  <c:v>33.84</c:v>
                </c:pt>
                <c:pt idx="2">
                  <c:v>34.04</c:v>
                </c:pt>
                <c:pt idx="3">
                  <c:v>34.06</c:v>
                </c:pt>
                <c:pt idx="4">
                  <c:v>34.12</c:v>
                </c:pt>
                <c:pt idx="5">
                  <c:v>34.15</c:v>
                </c:pt>
                <c:pt idx="6">
                  <c:v>34.26</c:v>
                </c:pt>
                <c:pt idx="7">
                  <c:v>34.28</c:v>
                </c:pt>
                <c:pt idx="8">
                  <c:v>34.31</c:v>
                </c:pt>
                <c:pt idx="9">
                  <c:v>34.32</c:v>
                </c:pt>
                <c:pt idx="10">
                  <c:v>34.36</c:v>
                </c:pt>
                <c:pt idx="11">
                  <c:v>34.37</c:v>
                </c:pt>
                <c:pt idx="12">
                  <c:v>34.34</c:v>
                </c:pt>
                <c:pt idx="13">
                  <c:v>34.37</c:v>
                </c:pt>
                <c:pt idx="14">
                  <c:v>34.38</c:v>
                </c:pt>
                <c:pt idx="15">
                  <c:v>34.38</c:v>
                </c:pt>
                <c:pt idx="16">
                  <c:v>34.36</c:v>
                </c:pt>
                <c:pt idx="17">
                  <c:v>34.37</c:v>
                </c:pt>
                <c:pt idx="18">
                  <c:v>34.37</c:v>
                </c:pt>
                <c:pt idx="19">
                  <c:v>34.37</c:v>
                </c:pt>
                <c:pt idx="20">
                  <c:v>34.43</c:v>
                </c:pt>
                <c:pt idx="21">
                  <c:v>34.44</c:v>
                </c:pt>
                <c:pt idx="22">
                  <c:v>34.5</c:v>
                </c:pt>
                <c:pt idx="23">
                  <c:v>34.42</c:v>
                </c:pt>
                <c:pt idx="24">
                  <c:v>34.53</c:v>
                </c:pt>
                <c:pt idx="25">
                  <c:v>34.58</c:v>
                </c:pt>
                <c:pt idx="26">
                  <c:v>34.66</c:v>
                </c:pt>
                <c:pt idx="27">
                  <c:v>34.63</c:v>
                </c:pt>
                <c:pt idx="28">
                  <c:v>34.59</c:v>
                </c:pt>
                <c:pt idx="29">
                  <c:v>34.64</c:v>
                </c:pt>
                <c:pt idx="30">
                  <c:v>34.63</c:v>
                </c:pt>
                <c:pt idx="31">
                  <c:v>34.63</c:v>
                </c:pt>
                <c:pt idx="32">
                  <c:v>34.62</c:v>
                </c:pt>
                <c:pt idx="33">
                  <c:v>34.62</c:v>
                </c:pt>
                <c:pt idx="34">
                  <c:v>34.62</c:v>
                </c:pt>
                <c:pt idx="35">
                  <c:v>34.63</c:v>
                </c:pt>
                <c:pt idx="36">
                  <c:v>34.69</c:v>
                </c:pt>
                <c:pt idx="37">
                  <c:v>34.69</c:v>
                </c:pt>
                <c:pt idx="38">
                  <c:v>34.69</c:v>
                </c:pt>
                <c:pt idx="39">
                  <c:v>34.69</c:v>
                </c:pt>
                <c:pt idx="40">
                  <c:v>34.67</c:v>
                </c:pt>
                <c:pt idx="41">
                  <c:v>34.67</c:v>
                </c:pt>
                <c:pt idx="42">
                  <c:v>34.73</c:v>
                </c:pt>
                <c:pt idx="43">
                  <c:v>34.72</c:v>
                </c:pt>
                <c:pt idx="44">
                  <c:v>34.72</c:v>
                </c:pt>
                <c:pt idx="45">
                  <c:v>34.72</c:v>
                </c:pt>
                <c:pt idx="46">
                  <c:v>34.73</c:v>
                </c:pt>
                <c:pt idx="47">
                  <c:v>34.73</c:v>
                </c:pt>
                <c:pt idx="48">
                  <c:v>34.72</c:v>
                </c:pt>
                <c:pt idx="49">
                  <c:v>34.71</c:v>
                </c:pt>
                <c:pt idx="50">
                  <c:v>34.71</c:v>
                </c:pt>
                <c:pt idx="51">
                  <c:v>34.71</c:v>
                </c:pt>
                <c:pt idx="52">
                  <c:v>34.7</c:v>
                </c:pt>
                <c:pt idx="53">
                  <c:v>34.7</c:v>
                </c:pt>
                <c:pt idx="54">
                  <c:v>34.71</c:v>
                </c:pt>
                <c:pt idx="55">
                  <c:v>34.71</c:v>
                </c:pt>
                <c:pt idx="56">
                  <c:v>34.71</c:v>
                </c:pt>
                <c:pt idx="57">
                  <c:v>34.71</c:v>
                </c:pt>
                <c:pt idx="58">
                  <c:v>34.71</c:v>
                </c:pt>
                <c:pt idx="59">
                  <c:v>34.71</c:v>
                </c:pt>
                <c:pt idx="60">
                  <c:v>34.71</c:v>
                </c:pt>
                <c:pt idx="61">
                  <c:v>34.72</c:v>
                </c:pt>
                <c:pt idx="62">
                  <c:v>34.72</c:v>
                </c:pt>
                <c:pt idx="63">
                  <c:v>34.76</c:v>
                </c:pt>
                <c:pt idx="64">
                  <c:v>34.76</c:v>
                </c:pt>
                <c:pt idx="65">
                  <c:v>34.76</c:v>
                </c:pt>
                <c:pt idx="66">
                  <c:v>34.73</c:v>
                </c:pt>
                <c:pt idx="67">
                  <c:v>34.78</c:v>
                </c:pt>
                <c:pt idx="68">
                  <c:v>34.77</c:v>
                </c:pt>
                <c:pt idx="69">
                  <c:v>34.75</c:v>
                </c:pt>
                <c:pt idx="70">
                  <c:v>34.74</c:v>
                </c:pt>
                <c:pt idx="71">
                  <c:v>34.7</c:v>
                </c:pt>
                <c:pt idx="72">
                  <c:v>34.69</c:v>
                </c:pt>
                <c:pt idx="73">
                  <c:v>34.7</c:v>
                </c:pt>
                <c:pt idx="74">
                  <c:v>34.7</c:v>
                </c:pt>
                <c:pt idx="75">
                  <c:v>34.71</c:v>
                </c:pt>
                <c:pt idx="76">
                  <c:v>34.71</c:v>
                </c:pt>
                <c:pt idx="77">
                  <c:v>34.72</c:v>
                </c:pt>
                <c:pt idx="78">
                  <c:v>34.75</c:v>
                </c:pt>
                <c:pt idx="79">
                  <c:v>34.68</c:v>
                </c:pt>
                <c:pt idx="80">
                  <c:v>34.74</c:v>
                </c:pt>
                <c:pt idx="81">
                  <c:v>34.74</c:v>
                </c:pt>
                <c:pt idx="82">
                  <c:v>34.74</c:v>
                </c:pt>
                <c:pt idx="83">
                  <c:v>34.76</c:v>
                </c:pt>
                <c:pt idx="84">
                  <c:v>34.75</c:v>
                </c:pt>
                <c:pt idx="85">
                  <c:v>34.75</c:v>
                </c:pt>
                <c:pt idx="86">
                  <c:v>34.73</c:v>
                </c:pt>
                <c:pt idx="87">
                  <c:v>34.66</c:v>
                </c:pt>
                <c:pt idx="88">
                  <c:v>34.6</c:v>
                </c:pt>
                <c:pt idx="89">
                  <c:v>34.62</c:v>
                </c:pt>
                <c:pt idx="90">
                  <c:v>34.62</c:v>
                </c:pt>
                <c:pt idx="91">
                  <c:v>34.65</c:v>
                </c:pt>
                <c:pt idx="92">
                  <c:v>34.65</c:v>
                </c:pt>
                <c:pt idx="93">
                  <c:v>34.65</c:v>
                </c:pt>
                <c:pt idx="94">
                  <c:v>34.65</c:v>
                </c:pt>
                <c:pt idx="95">
                  <c:v>34.69</c:v>
                </c:pt>
                <c:pt idx="96">
                  <c:v>34.66</c:v>
                </c:pt>
                <c:pt idx="97">
                  <c:v>34.67</c:v>
                </c:pt>
                <c:pt idx="98">
                  <c:v>34.67</c:v>
                </c:pt>
                <c:pt idx="99">
                  <c:v>34.66</c:v>
                </c:pt>
                <c:pt idx="100">
                  <c:v>34.67</c:v>
                </c:pt>
                <c:pt idx="101">
                  <c:v>34.68</c:v>
                </c:pt>
                <c:pt idx="102">
                  <c:v>34.72</c:v>
                </c:pt>
                <c:pt idx="103">
                  <c:v>34.71</c:v>
                </c:pt>
                <c:pt idx="104">
                  <c:v>34.71</c:v>
                </c:pt>
                <c:pt idx="105">
                  <c:v>34.69</c:v>
                </c:pt>
                <c:pt idx="106">
                  <c:v>34.69</c:v>
                </c:pt>
                <c:pt idx="107">
                  <c:v>34.69</c:v>
                </c:pt>
                <c:pt idx="108">
                  <c:v>34.69</c:v>
                </c:pt>
                <c:pt idx="109">
                  <c:v>34.69</c:v>
                </c:pt>
                <c:pt idx="110">
                  <c:v>34.73</c:v>
                </c:pt>
                <c:pt idx="111">
                  <c:v>34.72</c:v>
                </c:pt>
                <c:pt idx="112">
                  <c:v>34.72</c:v>
                </c:pt>
                <c:pt idx="113">
                  <c:v>34.73</c:v>
                </c:pt>
                <c:pt idx="114">
                  <c:v>34.73</c:v>
                </c:pt>
                <c:pt idx="115">
                  <c:v>34.72</c:v>
                </c:pt>
                <c:pt idx="116">
                  <c:v>34.72</c:v>
                </c:pt>
                <c:pt idx="117">
                  <c:v>34.73</c:v>
                </c:pt>
                <c:pt idx="118">
                  <c:v>34.78</c:v>
                </c:pt>
                <c:pt idx="119">
                  <c:v>34.78</c:v>
                </c:pt>
                <c:pt idx="120">
                  <c:v>34.78</c:v>
                </c:pt>
                <c:pt idx="121">
                  <c:v>34.78</c:v>
                </c:pt>
                <c:pt idx="122">
                  <c:v>34.8</c:v>
                </c:pt>
                <c:pt idx="123">
                  <c:v>34.8</c:v>
                </c:pt>
                <c:pt idx="124">
                  <c:v>34.81</c:v>
                </c:pt>
                <c:pt idx="125">
                  <c:v>34.81</c:v>
                </c:pt>
                <c:pt idx="126">
                  <c:v>34.81</c:v>
                </c:pt>
                <c:pt idx="127">
                  <c:v>34.8</c:v>
                </c:pt>
                <c:pt idx="128">
                  <c:v>34.81</c:v>
                </c:pt>
                <c:pt idx="129">
                  <c:v>34.81</c:v>
                </c:pt>
                <c:pt idx="130">
                  <c:v>34.81</c:v>
                </c:pt>
                <c:pt idx="131">
                  <c:v>34.8</c:v>
                </c:pt>
                <c:pt idx="132">
                  <c:v>34.81</c:v>
                </c:pt>
                <c:pt idx="133">
                  <c:v>34.81</c:v>
                </c:pt>
                <c:pt idx="134">
                  <c:v>34.81</c:v>
                </c:pt>
                <c:pt idx="135">
                  <c:v>34.8</c:v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009E73"/>
            </a:solidFill>
            <a:ln w="25400" cap="flat">
              <a:solidFill>
                <a:srgbClr val="009E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9E73"/>
              </a:solidFill>
              <a:ln w="9525" cap="flat">
                <a:solidFill>
                  <a:srgbClr val="009E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Sheet1!$A$2:$A$159</c:f>
              <c:multiLvlStrCache>
                <c:ptCount val="158"/>
                <c:lvl>
                  <c:pt idx="0">
                    <c:v>0</c:v>
                  </c:pt>
                  <c:pt idx="1">
                    <c:v>38</c:v>
                  </c:pt>
                  <c:pt idx="2">
                    <c:v>76</c:v>
                  </c:pt>
                  <c:pt idx="3">
                    <c:v>114</c:v>
                  </c:pt>
                  <c:pt idx="4">
                    <c:v>152</c:v>
                  </c:pt>
                  <c:pt idx="5">
                    <c:v>190</c:v>
                  </c:pt>
                  <c:pt idx="6">
                    <c:v>228</c:v>
                  </c:pt>
                  <c:pt idx="7">
                    <c:v>266</c:v>
                  </c:pt>
                  <c:pt idx="8">
                    <c:v>304</c:v>
                  </c:pt>
                  <c:pt idx="9">
                    <c:v>342</c:v>
                  </c:pt>
                  <c:pt idx="10">
                    <c:v>380</c:v>
                  </c:pt>
                  <c:pt idx="11">
                    <c:v>418</c:v>
                  </c:pt>
                  <c:pt idx="12">
                    <c:v>456</c:v>
                  </c:pt>
                  <c:pt idx="13">
                    <c:v>494</c:v>
                  </c:pt>
                  <c:pt idx="14">
                    <c:v>532</c:v>
                  </c:pt>
                  <c:pt idx="15">
                    <c:v>570</c:v>
                  </c:pt>
                  <c:pt idx="16">
                    <c:v>608</c:v>
                  </c:pt>
                  <c:pt idx="17">
                    <c:v>646</c:v>
                  </c:pt>
                  <c:pt idx="18">
                    <c:v>684</c:v>
                  </c:pt>
                  <c:pt idx="19">
                    <c:v>722</c:v>
                  </c:pt>
                  <c:pt idx="20">
                    <c:v>760</c:v>
                  </c:pt>
                  <c:pt idx="21">
                    <c:v>798</c:v>
                  </c:pt>
                  <c:pt idx="22">
                    <c:v>836</c:v>
                  </c:pt>
                  <c:pt idx="23">
                    <c:v>874</c:v>
                  </c:pt>
                  <c:pt idx="24">
                    <c:v>912</c:v>
                  </c:pt>
                  <c:pt idx="25">
                    <c:v>950</c:v>
                  </c:pt>
                  <c:pt idx="26">
                    <c:v>988</c:v>
                  </c:pt>
                  <c:pt idx="27">
                    <c:v>1026</c:v>
                  </c:pt>
                  <c:pt idx="28">
                    <c:v>1064</c:v>
                  </c:pt>
                  <c:pt idx="29">
                    <c:v>1102</c:v>
                  </c:pt>
                  <c:pt idx="30">
                    <c:v>1140</c:v>
                  </c:pt>
                  <c:pt idx="31">
                    <c:v>1178</c:v>
                  </c:pt>
                  <c:pt idx="32">
                    <c:v>1216</c:v>
                  </c:pt>
                  <c:pt idx="33">
                    <c:v>1254</c:v>
                  </c:pt>
                  <c:pt idx="34">
                    <c:v>1292</c:v>
                  </c:pt>
                  <c:pt idx="35">
                    <c:v>1330</c:v>
                  </c:pt>
                  <c:pt idx="36">
                    <c:v>1368</c:v>
                  </c:pt>
                  <c:pt idx="37">
                    <c:v>1406</c:v>
                  </c:pt>
                  <c:pt idx="38">
                    <c:v>1444</c:v>
                  </c:pt>
                  <c:pt idx="39">
                    <c:v>1482</c:v>
                  </c:pt>
                  <c:pt idx="40">
                    <c:v>1520</c:v>
                  </c:pt>
                  <c:pt idx="41">
                    <c:v>1558</c:v>
                  </c:pt>
                  <c:pt idx="42">
                    <c:v>1596</c:v>
                  </c:pt>
                  <c:pt idx="43">
                    <c:v>1634</c:v>
                  </c:pt>
                  <c:pt idx="44">
                    <c:v>1672</c:v>
                  </c:pt>
                  <c:pt idx="45">
                    <c:v>1710</c:v>
                  </c:pt>
                  <c:pt idx="46">
                    <c:v>1748</c:v>
                  </c:pt>
                  <c:pt idx="47">
                    <c:v>1786</c:v>
                  </c:pt>
                  <c:pt idx="48">
                    <c:v>1824</c:v>
                  </c:pt>
                  <c:pt idx="49">
                    <c:v>1862</c:v>
                  </c:pt>
                  <c:pt idx="50">
                    <c:v>1900</c:v>
                  </c:pt>
                  <c:pt idx="51">
                    <c:v>1938</c:v>
                  </c:pt>
                  <c:pt idx="52">
                    <c:v>1976</c:v>
                  </c:pt>
                  <c:pt idx="53">
                    <c:v>2014</c:v>
                  </c:pt>
                  <c:pt idx="54">
                    <c:v>2052</c:v>
                  </c:pt>
                  <c:pt idx="55">
                    <c:v>2090</c:v>
                  </c:pt>
                  <c:pt idx="56">
                    <c:v>2128</c:v>
                  </c:pt>
                  <c:pt idx="57">
                    <c:v>2166</c:v>
                  </c:pt>
                  <c:pt idx="58">
                    <c:v>2204</c:v>
                  </c:pt>
                  <c:pt idx="59">
                    <c:v>2242</c:v>
                  </c:pt>
                  <c:pt idx="60">
                    <c:v>2280</c:v>
                  </c:pt>
                  <c:pt idx="61">
                    <c:v>2318</c:v>
                  </c:pt>
                  <c:pt idx="62">
                    <c:v>2356</c:v>
                  </c:pt>
                  <c:pt idx="63">
                    <c:v>2394</c:v>
                  </c:pt>
                  <c:pt idx="64">
                    <c:v>2432</c:v>
                  </c:pt>
                  <c:pt idx="65">
                    <c:v>2470</c:v>
                  </c:pt>
                  <c:pt idx="66">
                    <c:v>2508</c:v>
                  </c:pt>
                  <c:pt idx="67">
                    <c:v>2546</c:v>
                  </c:pt>
                  <c:pt idx="68">
                    <c:v>2584</c:v>
                  </c:pt>
                  <c:pt idx="69">
                    <c:v>2622</c:v>
                  </c:pt>
                  <c:pt idx="70">
                    <c:v>2660</c:v>
                  </c:pt>
                  <c:pt idx="71">
                    <c:v>2698</c:v>
                  </c:pt>
                  <c:pt idx="72">
                    <c:v>2736</c:v>
                  </c:pt>
                  <c:pt idx="73">
                    <c:v>2774</c:v>
                  </c:pt>
                  <c:pt idx="74">
                    <c:v>2812</c:v>
                  </c:pt>
                  <c:pt idx="75">
                    <c:v>2850</c:v>
                  </c:pt>
                  <c:pt idx="76">
                    <c:v>2888</c:v>
                  </c:pt>
                  <c:pt idx="77">
                    <c:v>2926</c:v>
                  </c:pt>
                  <c:pt idx="78">
                    <c:v>2964</c:v>
                  </c:pt>
                  <c:pt idx="79">
                    <c:v>3002</c:v>
                  </c:pt>
                  <c:pt idx="80">
                    <c:v>3040</c:v>
                  </c:pt>
                  <c:pt idx="81">
                    <c:v>3078</c:v>
                  </c:pt>
                  <c:pt idx="82">
                    <c:v>3116</c:v>
                  </c:pt>
                  <c:pt idx="83">
                    <c:v>3154</c:v>
                  </c:pt>
                  <c:pt idx="84">
                    <c:v>3192</c:v>
                  </c:pt>
                  <c:pt idx="85">
                    <c:v>3230</c:v>
                  </c:pt>
                  <c:pt idx="86">
                    <c:v>3268</c:v>
                  </c:pt>
                  <c:pt idx="87">
                    <c:v>3306</c:v>
                  </c:pt>
                  <c:pt idx="88">
                    <c:v>3344</c:v>
                  </c:pt>
                  <c:pt idx="89">
                    <c:v>3382</c:v>
                  </c:pt>
                  <c:pt idx="90">
                    <c:v>3420</c:v>
                  </c:pt>
                  <c:pt idx="91">
                    <c:v>3458</c:v>
                  </c:pt>
                  <c:pt idx="92">
                    <c:v>3496</c:v>
                  </c:pt>
                  <c:pt idx="93">
                    <c:v>3534</c:v>
                  </c:pt>
                  <c:pt idx="94">
                    <c:v>3572</c:v>
                  </c:pt>
                  <c:pt idx="95">
                    <c:v>3610</c:v>
                  </c:pt>
                  <c:pt idx="96">
                    <c:v>3648</c:v>
                  </c:pt>
                  <c:pt idx="97">
                    <c:v>3686</c:v>
                  </c:pt>
                  <c:pt idx="98">
                    <c:v>3724</c:v>
                  </c:pt>
                  <c:pt idx="99">
                    <c:v>3762</c:v>
                  </c:pt>
                  <c:pt idx="100">
                    <c:v>3800</c:v>
                  </c:pt>
                  <c:pt idx="101">
                    <c:v>3838</c:v>
                  </c:pt>
                  <c:pt idx="102">
                    <c:v>3876</c:v>
                  </c:pt>
                  <c:pt idx="103">
                    <c:v>3914</c:v>
                  </c:pt>
                  <c:pt idx="104">
                    <c:v>3952</c:v>
                  </c:pt>
                  <c:pt idx="105">
                    <c:v>3990</c:v>
                  </c:pt>
                  <c:pt idx="106">
                    <c:v>4028</c:v>
                  </c:pt>
                  <c:pt idx="107">
                    <c:v>4066</c:v>
                  </c:pt>
                  <c:pt idx="108">
                    <c:v>4104</c:v>
                  </c:pt>
                  <c:pt idx="109">
                    <c:v>4142</c:v>
                  </c:pt>
                  <c:pt idx="110">
                    <c:v>4180</c:v>
                  </c:pt>
                  <c:pt idx="111">
                    <c:v>4218</c:v>
                  </c:pt>
                  <c:pt idx="112">
                    <c:v>4256</c:v>
                  </c:pt>
                  <c:pt idx="113">
                    <c:v>4294</c:v>
                  </c:pt>
                  <c:pt idx="114">
                    <c:v>4332</c:v>
                  </c:pt>
                  <c:pt idx="115">
                    <c:v>4370</c:v>
                  </c:pt>
                  <c:pt idx="116">
                    <c:v>4408</c:v>
                  </c:pt>
                  <c:pt idx="117">
                    <c:v>4446</c:v>
                  </c:pt>
                  <c:pt idx="118">
                    <c:v>4484</c:v>
                  </c:pt>
                  <c:pt idx="119">
                    <c:v>4522</c:v>
                  </c:pt>
                  <c:pt idx="120">
                    <c:v>4560</c:v>
                  </c:pt>
                  <c:pt idx="121">
                    <c:v>4598</c:v>
                  </c:pt>
                  <c:pt idx="122">
                    <c:v>4636</c:v>
                  </c:pt>
                  <c:pt idx="123">
                    <c:v>4674</c:v>
                  </c:pt>
                  <c:pt idx="124">
                    <c:v>4712</c:v>
                  </c:pt>
                  <c:pt idx="125">
                    <c:v>4750</c:v>
                  </c:pt>
                  <c:pt idx="126">
                    <c:v>4788</c:v>
                  </c:pt>
                  <c:pt idx="127">
                    <c:v>4826</c:v>
                  </c:pt>
                  <c:pt idx="128">
                    <c:v>4864</c:v>
                  </c:pt>
                  <c:pt idx="129">
                    <c:v>4902</c:v>
                  </c:pt>
                  <c:pt idx="130">
                    <c:v>4940</c:v>
                  </c:pt>
                  <c:pt idx="131">
                    <c:v>4978</c:v>
                  </c:pt>
                  <c:pt idx="132">
                    <c:v>5016</c:v>
                  </c:pt>
                  <c:pt idx="133">
                    <c:v>5054</c:v>
                  </c:pt>
                  <c:pt idx="134">
                    <c:v>5092</c:v>
                  </c:pt>
                  <c:pt idx="135">
                    <c:v>5130</c:v>
                  </c:pt>
                  <c:pt idx="136">
                    <c:v>5168</c:v>
                  </c:pt>
                  <c:pt idx="137">
                    <c:v>5206</c:v>
                  </c:pt>
                  <c:pt idx="138">
                    <c:v>5244</c:v>
                  </c:pt>
                  <c:pt idx="139">
                    <c:v>5282</c:v>
                  </c:pt>
                  <c:pt idx="140">
                    <c:v>5320</c:v>
                  </c:pt>
                  <c:pt idx="141">
                    <c:v>5358</c:v>
                  </c:pt>
                  <c:pt idx="142">
                    <c:v>5396</c:v>
                  </c:pt>
                  <c:pt idx="143">
                    <c:v>5434</c:v>
                  </c:pt>
                  <c:pt idx="144">
                    <c:v>5472</c:v>
                  </c:pt>
                  <c:pt idx="145">
                    <c:v>5510</c:v>
                  </c:pt>
                  <c:pt idx="146">
                    <c:v>5548</c:v>
                  </c:pt>
                  <c:pt idx="147">
                    <c:v>5586</c:v>
                  </c:pt>
                  <c:pt idx="148">
                    <c:v>5624</c:v>
                  </c:pt>
                  <c:pt idx="149">
                    <c:v>5662</c:v>
                  </c:pt>
                  <c:pt idx="150">
                    <c:v>5700</c:v>
                  </c:pt>
                  <c:pt idx="151">
                    <c:v>5738</c:v>
                  </c:pt>
                  <c:pt idx="152">
                    <c:v>5776</c:v>
                  </c:pt>
                  <c:pt idx="153">
                    <c:v>5814</c:v>
                  </c:pt>
                  <c:pt idx="154">
                    <c:v>5852</c:v>
                  </c:pt>
                  <c:pt idx="155">
                    <c:v>5890</c:v>
                  </c:pt>
                  <c:pt idx="156">
                    <c:v>5928</c:v>
                  </c:pt>
                  <c:pt idx="157">
                    <c:v>5966</c:v>
                  </c:pt>
                </c:lvl>
              </c:multiLvlStrCache>
            </c:multiLvlStrRef>
          </c:cat>
          <c:val>
            <c:numRef>
              <c:f>Sheet1!$D$2:$D$159</c:f>
              <c:numCache>
                <c:formatCode>General</c:formatCode>
                <c:ptCount val="158"/>
                <c:pt idx="0">
                  <c:v>16.6</c:v>
                </c:pt>
                <c:pt idx="1">
                  <c:v>16.96</c:v>
                </c:pt>
                <c:pt idx="2">
                  <c:v>17.04</c:v>
                </c:pt>
                <c:pt idx="3">
                  <c:v>17.05</c:v>
                </c:pt>
                <c:pt idx="4">
                  <c:v>17.08</c:v>
                </c:pt>
                <c:pt idx="5">
                  <c:v>17.12</c:v>
                </c:pt>
                <c:pt idx="6">
                  <c:v>17.14</c:v>
                </c:pt>
                <c:pt idx="7">
                  <c:v>17.18</c:v>
                </c:pt>
                <c:pt idx="8">
                  <c:v>17.19</c:v>
                </c:pt>
                <c:pt idx="9">
                  <c:v>16.94</c:v>
                </c:pt>
                <c:pt idx="10">
                  <c:v>16.98</c:v>
                </c:pt>
                <c:pt idx="11">
                  <c:v>17.01</c:v>
                </c:pt>
                <c:pt idx="12">
                  <c:v>17</c:v>
                </c:pt>
                <c:pt idx="13">
                  <c:v>17</c:v>
                </c:pt>
                <c:pt idx="14">
                  <c:v>17.02</c:v>
                </c:pt>
                <c:pt idx="15">
                  <c:v>17.03</c:v>
                </c:pt>
                <c:pt idx="16">
                  <c:v>17.01</c:v>
                </c:pt>
                <c:pt idx="17">
                  <c:v>17.03</c:v>
                </c:pt>
                <c:pt idx="18">
                  <c:v>17.04</c:v>
                </c:pt>
                <c:pt idx="19">
                  <c:v>17.06</c:v>
                </c:pt>
                <c:pt idx="20">
                  <c:v>17.04</c:v>
                </c:pt>
                <c:pt idx="21">
                  <c:v>17.05</c:v>
                </c:pt>
                <c:pt idx="22">
                  <c:v>17.06</c:v>
                </c:pt>
                <c:pt idx="23">
                  <c:v>17.03</c:v>
                </c:pt>
                <c:pt idx="24">
                  <c:v>17.07</c:v>
                </c:pt>
                <c:pt idx="25">
                  <c:v>17.02</c:v>
                </c:pt>
                <c:pt idx="26">
                  <c:v>17.01</c:v>
                </c:pt>
                <c:pt idx="27">
                  <c:v>17.03</c:v>
                </c:pt>
                <c:pt idx="28">
                  <c:v>17.01</c:v>
                </c:pt>
                <c:pt idx="29">
                  <c:v>17.01</c:v>
                </c:pt>
                <c:pt idx="30">
                  <c:v>17.01</c:v>
                </c:pt>
                <c:pt idx="31">
                  <c:v>17.02</c:v>
                </c:pt>
                <c:pt idx="32">
                  <c:v>17.13</c:v>
                </c:pt>
                <c:pt idx="33">
                  <c:v>17.03</c:v>
                </c:pt>
                <c:pt idx="34">
                  <c:v>17.02</c:v>
                </c:pt>
                <c:pt idx="35">
                  <c:v>17.03</c:v>
                </c:pt>
                <c:pt idx="36">
                  <c:v>17.03</c:v>
                </c:pt>
                <c:pt idx="37">
                  <c:v>17.04</c:v>
                </c:pt>
                <c:pt idx="38">
                  <c:v>17.04</c:v>
                </c:pt>
                <c:pt idx="39">
                  <c:v>17.04</c:v>
                </c:pt>
                <c:pt idx="40">
                  <c:v>17.04</c:v>
                </c:pt>
                <c:pt idx="41">
                  <c:v>17.04</c:v>
                </c:pt>
                <c:pt idx="42">
                  <c:v>17.04</c:v>
                </c:pt>
                <c:pt idx="43">
                  <c:v>17.04</c:v>
                </c:pt>
                <c:pt idx="44">
                  <c:v>17.04</c:v>
                </c:pt>
                <c:pt idx="45">
                  <c:v>17.04</c:v>
                </c:pt>
                <c:pt idx="46">
                  <c:v>17.04</c:v>
                </c:pt>
                <c:pt idx="47">
                  <c:v>17.04</c:v>
                </c:pt>
                <c:pt idx="48">
                  <c:v>17.09</c:v>
                </c:pt>
                <c:pt idx="49">
                  <c:v>17.05</c:v>
                </c:pt>
                <c:pt idx="50">
                  <c:v>17.04</c:v>
                </c:pt>
                <c:pt idx="51">
                  <c:v>17.07</c:v>
                </c:pt>
                <c:pt idx="52">
                  <c:v>17.07</c:v>
                </c:pt>
                <c:pt idx="53">
                  <c:v>17.07</c:v>
                </c:pt>
                <c:pt idx="54">
                  <c:v>17.07</c:v>
                </c:pt>
                <c:pt idx="55">
                  <c:v>17.07</c:v>
                </c:pt>
                <c:pt idx="56">
                  <c:v>17.07</c:v>
                </c:pt>
                <c:pt idx="57">
                  <c:v>17.06</c:v>
                </c:pt>
                <c:pt idx="58">
                  <c:v>17.07</c:v>
                </c:pt>
                <c:pt idx="59">
                  <c:v>17.07</c:v>
                </c:pt>
                <c:pt idx="60">
                  <c:v>17.07</c:v>
                </c:pt>
                <c:pt idx="61">
                  <c:v>17.07</c:v>
                </c:pt>
                <c:pt idx="62">
                  <c:v>17.07</c:v>
                </c:pt>
                <c:pt idx="63">
                  <c:v>17.09</c:v>
                </c:pt>
                <c:pt idx="64">
                  <c:v>17.1</c:v>
                </c:pt>
                <c:pt idx="65">
                  <c:v>17.09</c:v>
                </c:pt>
                <c:pt idx="66">
                  <c:v>17.12</c:v>
                </c:pt>
                <c:pt idx="67">
                  <c:v>17.14</c:v>
                </c:pt>
                <c:pt idx="68">
                  <c:v>17.14</c:v>
                </c:pt>
                <c:pt idx="69">
                  <c:v>17.14</c:v>
                </c:pt>
                <c:pt idx="70">
                  <c:v>17.12</c:v>
                </c:pt>
                <c:pt idx="71">
                  <c:v>17.12</c:v>
                </c:pt>
                <c:pt idx="72">
                  <c:v>17.13</c:v>
                </c:pt>
                <c:pt idx="73">
                  <c:v>17.13</c:v>
                </c:pt>
                <c:pt idx="74">
                  <c:v>17.11</c:v>
                </c:pt>
                <c:pt idx="75">
                  <c:v>17.11</c:v>
                </c:pt>
                <c:pt idx="76">
                  <c:v>17.11</c:v>
                </c:pt>
                <c:pt idx="77">
                  <c:v>17.11</c:v>
                </c:pt>
                <c:pt idx="78">
                  <c:v>17.11</c:v>
                </c:pt>
                <c:pt idx="79">
                  <c:v>17.11</c:v>
                </c:pt>
                <c:pt idx="80">
                  <c:v>17.11</c:v>
                </c:pt>
                <c:pt idx="81">
                  <c:v>17.11</c:v>
                </c:pt>
                <c:pt idx="82">
                  <c:v>17.11</c:v>
                </c:pt>
                <c:pt idx="83">
                  <c:v>17.11</c:v>
                </c:pt>
                <c:pt idx="84">
                  <c:v>17.11</c:v>
                </c:pt>
                <c:pt idx="85">
                  <c:v>17.11</c:v>
                </c:pt>
                <c:pt idx="86">
                  <c:v>17.11</c:v>
                </c:pt>
                <c:pt idx="87">
                  <c:v>17.11</c:v>
                </c:pt>
                <c:pt idx="88">
                  <c:v>17.1</c:v>
                </c:pt>
                <c:pt idx="89">
                  <c:v>17.1</c:v>
                </c:pt>
                <c:pt idx="90">
                  <c:v>17.1</c:v>
                </c:pt>
                <c:pt idx="91">
                  <c:v>17.11</c:v>
                </c:pt>
                <c:pt idx="92">
                  <c:v>17.11</c:v>
                </c:pt>
                <c:pt idx="93">
                  <c:v>17.12</c:v>
                </c:pt>
                <c:pt idx="94">
                  <c:v>17.11</c:v>
                </c:pt>
                <c:pt idx="95">
                  <c:v>17.13</c:v>
                </c:pt>
                <c:pt idx="96">
                  <c:v>17.07</c:v>
                </c:pt>
                <c:pt idx="97">
                  <c:v>17.09</c:v>
                </c:pt>
                <c:pt idx="98">
                  <c:v>17.08</c:v>
                </c:pt>
                <c:pt idx="99">
                  <c:v>17.09</c:v>
                </c:pt>
                <c:pt idx="100">
                  <c:v>17.09</c:v>
                </c:pt>
                <c:pt idx="101">
                  <c:v>17.07</c:v>
                </c:pt>
                <c:pt idx="102">
                  <c:v>17.07</c:v>
                </c:pt>
                <c:pt idx="103">
                  <c:v>17.08</c:v>
                </c:pt>
                <c:pt idx="104">
                  <c:v>17.08</c:v>
                </c:pt>
                <c:pt idx="105">
                  <c:v>17.09</c:v>
                </c:pt>
                <c:pt idx="106">
                  <c:v>17.09</c:v>
                </c:pt>
                <c:pt idx="107">
                  <c:v>17.09</c:v>
                </c:pt>
                <c:pt idx="108">
                  <c:v>17.1</c:v>
                </c:pt>
                <c:pt idx="109">
                  <c:v>17.1</c:v>
                </c:pt>
                <c:pt idx="110">
                  <c:v>17.09</c:v>
                </c:pt>
                <c:pt idx="111">
                  <c:v>17.1</c:v>
                </c:pt>
                <c:pt idx="112">
                  <c:v>17.1</c:v>
                </c:pt>
                <c:pt idx="113">
                  <c:v>17.11</c:v>
                </c:pt>
                <c:pt idx="114">
                  <c:v>17.06</c:v>
                </c:pt>
                <c:pt idx="115">
                  <c:v>17.08</c:v>
                </c:pt>
                <c:pt idx="116">
                  <c:v>17.09</c:v>
                </c:pt>
                <c:pt idx="117">
                  <c:v>17.09</c:v>
                </c:pt>
                <c:pt idx="118">
                  <c:v>17.09</c:v>
                </c:pt>
                <c:pt idx="119">
                  <c:v>17.09</c:v>
                </c:pt>
                <c:pt idx="120">
                  <c:v>17.09</c:v>
                </c:pt>
                <c:pt idx="121">
                  <c:v>17.09</c:v>
                </c:pt>
                <c:pt idx="122">
                  <c:v>17.09</c:v>
                </c:pt>
                <c:pt idx="123">
                  <c:v>17.09</c:v>
                </c:pt>
                <c:pt idx="124">
                  <c:v>17.1</c:v>
                </c:pt>
                <c:pt idx="125">
                  <c:v>17.1</c:v>
                </c:pt>
                <c:pt idx="126">
                  <c:v>17.1</c:v>
                </c:pt>
                <c:pt idx="127">
                  <c:v>17.1</c:v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time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7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Host DRAM (GB)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Peaks from the FULL CSVs (not the 150-point sampling used to draw the charts):
  Recompute: prefill 49.7 GB, decode 85.3 GB, host 17.2 GB
  SGLang: prefill 49.6 GB, decode 85.3 GB, host 34.8 GB
  Ours: prefill 92.0 GB, decode 86.4 GB, host 17.2 GB
GPU roles from PD_LAYOUT='a': prefill = gpu0+gpu1, decode = gpu2+gpu3.
Charts are native: right-click &gt; Edit Data, or the Chart Design / Format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reusable KV, held in idle GPU memory instead of CPU memory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Codex / SWE-bench Pro traces · 100 sessions · 8-15 turns · context 12k-&gt;48k tokens · C=4 · Llama-3.1-8B · SGLang 2P2D · 4x RTX A6000 (49GB each, two GPUs summed per role)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3657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343400" y="1234440"/>
          <a:ext cx="3657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229600" y="1234440"/>
          <a:ext cx="3657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2377440" y="5431536"/>
            <a:ext cx="384048" cy="0"/>
          </a:xfrm>
          <a:prstGeom prst="line">
            <a:avLst/>
          </a:prstGeom>
          <a:noFill/>
          <a:ln w="28575">
            <a:solidFill>
              <a:srgbClr val="8A9199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2834640" y="52669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Recompute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4663440" y="5431536"/>
            <a:ext cx="384048" cy="0"/>
          </a:xfrm>
          <a:prstGeom prst="line">
            <a:avLst/>
          </a:prstGeom>
          <a:noFill/>
          <a:ln w="28575">
            <a:solidFill>
              <a:srgbClr val="0072B2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120640" y="52669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SGLang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949440" y="5431536"/>
            <a:ext cx="384048" cy="0"/>
          </a:xfrm>
          <a:prstGeom prst="line">
            <a:avLst/>
          </a:prstGeom>
          <a:noFill/>
          <a:ln w="28575">
            <a:solidFill>
              <a:srgbClr val="009E73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406640" y="52669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11480" y="580644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(a) and (c) together: on their own, more prefill HBM could be a leak and less host DRAM could be a smaller cache. Moving in opposite directions, they say the bytes changed location. (b) is flat because this run parks only onto each prefill's own GPU (PARK_PEER=0) and never reaches a decode one.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figure, as rendered (plot_agent_mem_timeline.py)</a:t>
            </a:r>
            <a:endParaRPr lang="en-US" sz="1800" dirty="0"/>
          </a:p>
        </p:txBody>
      </p:sp>
      <p:pic>
        <p:nvPicPr>
          <p:cNvPr id="3" name="Image 0" descr="results/agent_trace/fig_agent_m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10515600" cy="27672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30936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results/agent_trace/fig_agent_mem.png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Single-axes version (--merge): colour = location, style = system</a:t>
            </a:r>
            <a:endParaRPr lang="en-US" sz="1800" dirty="0"/>
          </a:p>
        </p:txBody>
      </p:sp>
      <p:pic>
        <p:nvPicPr>
          <p:cNvPr id="3" name="Image 0" descr="results/agent_trace/fig_agent_mem_merg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868680"/>
            <a:ext cx="6126480" cy="35314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30936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results/agent_trace/fig_agent_mem_merged.png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Agent-trace replay: memory occupancy over time</dc:title>
  <dc:subject>PptxGenJS Presentation</dc:subject>
  <dc:creator>SGLang KV placement experiment</dc:creator>
  <cp:lastModifiedBy>SGLang KV placement experiment</cp:lastModifiedBy>
  <cp:revision>1</cp:revision>
  <dcterms:created xsi:type="dcterms:W3CDTF">2026-08-13T07:27:21Z</dcterms:created>
  <dcterms:modified xsi:type="dcterms:W3CDTF">2026-08-13T07:27:21Z</dcterms:modified>
</cp:coreProperties>
</file>