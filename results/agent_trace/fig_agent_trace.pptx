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(a)  Time to first token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B8BC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C=4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C=4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0.6969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C=4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0.4119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5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Normalized TTFT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(b)  Time per output token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B8BC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C=4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C=4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1.0227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C=4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1.0325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5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Normalized TPOT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(c)  Server-side prefix reuse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C=4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42.76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C=4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53.69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Cache Hit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Absolute values at C=4 (ttft_p50_s / avg_tpot_s / ttft_p95_s):
  Recompute: 9.8858s / 0.0308s / 20.2379s
  SGLang: 6.8897s / 0.0315s / 17.6249s
  Ours: 4.0715s / 0.0318s / 19.525s
The TTFT panel uses the median. Ours is 0.41x recompute at p50 but 0.66x on the per-turn mean, because a park miss falls back to a full re-prefill and lands in the tail -- at C=4 its p95 (19.5s) is worse than SGLang's (17.6s). Both are real; reporting only p50 would overstate the effect.
Charts are native: right-click &gt; Edit Data, or the Chart Design / Format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Prefix reuse cuts time-to-first-token; decode is untouched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Codex / SWE-bench Pro traces · 100 sessions · 8-15 turns · context 12k-&gt;48k tokens · Llama-3.1-8B · SGLang 2P2D · 4x RTX A6000 · normalised to Recompute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3657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343400" y="1234440"/>
          <a:ext cx="3657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229600" y="1234440"/>
          <a:ext cx="3657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2926080" y="5349240"/>
            <a:ext cx="274320" cy="164592"/>
          </a:xfrm>
          <a:prstGeom prst="rect">
            <a:avLst/>
          </a:prstGeom>
          <a:solidFill>
            <a:srgbClr val="B8BCC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291840" y="5230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Recompute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5120640" y="5349240"/>
            <a:ext cx="274320" cy="164592"/>
          </a:xfrm>
          <a:prstGeom prst="rect">
            <a:avLst/>
          </a:prstGeom>
          <a:solidFill>
            <a:srgbClr val="0072B2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486400" y="5230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315200" y="5349240"/>
            <a:ext cx="274320" cy="164592"/>
          </a:xfrm>
          <a:prstGeom prst="rect">
            <a:avLst/>
          </a:prstGeom>
          <a:solidFill>
            <a:srgbClr val="009E7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680960" y="5230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1480" y="576072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 = no better than recomputing the prefix from scratch. TPOT sits at ~1.0 because prefix reuse is a PREFILL optimisation -- it changes what must be computed before the first token and does essentially nothing for the per-token decode rate. That panel is the check that the TTFT win comes from where the mechanism acts.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figure, as rendered (plot_agent_trace.py)</a:t>
            </a:r>
            <a:endParaRPr lang="en-US" sz="1800" dirty="0"/>
          </a:p>
        </p:txBody>
      </p:sp>
      <p:pic>
        <p:nvPicPr>
          <p:cNvPr id="3" name="Image 0" descr="results/agent_trace/fig_agent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10515600" cy="3671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0350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results/agent_trace/fig_agent_trace.png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Agent-trace replay: TTFT and TPOT</dc:title>
  <dc:subject>PptxGenJS Presentation</dc:subject>
  <dc:creator>SGLang KV placement experiment</dc:creator>
  <cp:lastModifiedBy>SGLang KV placement experiment</cp:lastModifiedBy>
  <cp:revision>1</cp:revision>
  <dcterms:created xsi:type="dcterms:W3CDTF">2026-08-12T06:10:08Z</dcterms:created>
  <dcterms:modified xsi:type="dcterms:W3CDTF">2026-08-12T06:10:08Z</dcterms:modified>
</cp:coreProperties>
</file>