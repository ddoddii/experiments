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SGLang Prefill</c:v>
                </c:pt>
              </c:strCache>
            </c:strRef>
          </c:tx>
          <c:spPr>
            <a:solidFill>
              <a:srgbClr val="0072B2"/>
            </a:solidFill>
            <a:ln w="28575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Sheet1!$A$2:$A$192</c:f>
              <c:numCache>
                <c:formatCode>General</c:formatCode>
                <c:ptCount val="191"/>
                <c:pt idx="0">
                  <c:v>6</c:v>
                </c:pt>
                <c:pt idx="1">
                  <c:v>34</c:v>
                </c:pt>
                <c:pt idx="2">
                  <c:v>62</c:v>
                </c:pt>
                <c:pt idx="3">
                  <c:v>90</c:v>
                </c:pt>
                <c:pt idx="4">
                  <c:v>118</c:v>
                </c:pt>
                <c:pt idx="5">
                  <c:v>146</c:v>
                </c:pt>
                <c:pt idx="6">
                  <c:v>174</c:v>
                </c:pt>
                <c:pt idx="7">
                  <c:v>202</c:v>
                </c:pt>
                <c:pt idx="8">
                  <c:v>230</c:v>
                </c:pt>
                <c:pt idx="9">
                  <c:v>258</c:v>
                </c:pt>
                <c:pt idx="10">
                  <c:v>286</c:v>
                </c:pt>
                <c:pt idx="11">
                  <c:v>314</c:v>
                </c:pt>
                <c:pt idx="12">
                  <c:v>342</c:v>
                </c:pt>
                <c:pt idx="13">
                  <c:v>370</c:v>
                </c:pt>
                <c:pt idx="14">
                  <c:v>398</c:v>
                </c:pt>
                <c:pt idx="15">
                  <c:v>426</c:v>
                </c:pt>
                <c:pt idx="16">
                  <c:v>454</c:v>
                </c:pt>
                <c:pt idx="17">
                  <c:v>482</c:v>
                </c:pt>
                <c:pt idx="18">
                  <c:v>510</c:v>
                </c:pt>
                <c:pt idx="19">
                  <c:v>538</c:v>
                </c:pt>
                <c:pt idx="20">
                  <c:v>566</c:v>
                </c:pt>
                <c:pt idx="21">
                  <c:v>594</c:v>
                </c:pt>
                <c:pt idx="22">
                  <c:v>622</c:v>
                </c:pt>
                <c:pt idx="23">
                  <c:v>650</c:v>
                </c:pt>
                <c:pt idx="24">
                  <c:v>678</c:v>
                </c:pt>
                <c:pt idx="25">
                  <c:v>706</c:v>
                </c:pt>
                <c:pt idx="26">
                  <c:v>734</c:v>
                </c:pt>
                <c:pt idx="27">
                  <c:v>762</c:v>
                </c:pt>
                <c:pt idx="28">
                  <c:v>790</c:v>
                </c:pt>
                <c:pt idx="29">
                  <c:v>818</c:v>
                </c:pt>
                <c:pt idx="30">
                  <c:v>846</c:v>
                </c:pt>
                <c:pt idx="31">
                  <c:v>874</c:v>
                </c:pt>
                <c:pt idx="32">
                  <c:v>902</c:v>
                </c:pt>
                <c:pt idx="33">
                  <c:v>930</c:v>
                </c:pt>
                <c:pt idx="34">
                  <c:v>958</c:v>
                </c:pt>
                <c:pt idx="35">
                  <c:v>986</c:v>
                </c:pt>
                <c:pt idx="36">
                  <c:v>1014</c:v>
                </c:pt>
                <c:pt idx="37">
                  <c:v>1042</c:v>
                </c:pt>
                <c:pt idx="38">
                  <c:v>1070</c:v>
                </c:pt>
                <c:pt idx="39">
                  <c:v>1098</c:v>
                </c:pt>
                <c:pt idx="40">
                  <c:v>1126</c:v>
                </c:pt>
                <c:pt idx="41">
                  <c:v>1154</c:v>
                </c:pt>
                <c:pt idx="42">
                  <c:v>1182</c:v>
                </c:pt>
                <c:pt idx="43">
                  <c:v>1210</c:v>
                </c:pt>
                <c:pt idx="44">
                  <c:v>1238</c:v>
                </c:pt>
                <c:pt idx="45">
                  <c:v>1266</c:v>
                </c:pt>
                <c:pt idx="46">
                  <c:v>1294</c:v>
                </c:pt>
                <c:pt idx="47">
                  <c:v>1322.1</c:v>
                </c:pt>
                <c:pt idx="48">
                  <c:v>1350.1</c:v>
                </c:pt>
                <c:pt idx="49">
                  <c:v>1378.1</c:v>
                </c:pt>
                <c:pt idx="50">
                  <c:v>1406.1</c:v>
                </c:pt>
                <c:pt idx="51">
                  <c:v>1434.1</c:v>
                </c:pt>
                <c:pt idx="52">
                  <c:v>1462.1</c:v>
                </c:pt>
                <c:pt idx="53">
                  <c:v>1490.1</c:v>
                </c:pt>
                <c:pt idx="54">
                  <c:v>1518.1</c:v>
                </c:pt>
                <c:pt idx="55">
                  <c:v>1546.1</c:v>
                </c:pt>
                <c:pt idx="56">
                  <c:v>1574.1</c:v>
                </c:pt>
                <c:pt idx="57">
                  <c:v>1602.1</c:v>
                </c:pt>
                <c:pt idx="58">
                  <c:v>1630.1</c:v>
                </c:pt>
                <c:pt idx="59">
                  <c:v>1658.1</c:v>
                </c:pt>
                <c:pt idx="60">
                  <c:v>1686.1</c:v>
                </c:pt>
                <c:pt idx="61">
                  <c:v>1714.1</c:v>
                </c:pt>
                <c:pt idx="62">
                  <c:v>1742.1</c:v>
                </c:pt>
                <c:pt idx="63">
                  <c:v>1770.1</c:v>
                </c:pt>
                <c:pt idx="64">
                  <c:v>1798.1</c:v>
                </c:pt>
                <c:pt idx="65">
                  <c:v>1826.1</c:v>
                </c:pt>
                <c:pt idx="66">
                  <c:v>1854.1</c:v>
                </c:pt>
                <c:pt idx="67">
                  <c:v>1882.1</c:v>
                </c:pt>
                <c:pt idx="68">
                  <c:v>1910.1</c:v>
                </c:pt>
                <c:pt idx="69">
                  <c:v>1938.1</c:v>
                </c:pt>
                <c:pt idx="70">
                  <c:v>1966.1</c:v>
                </c:pt>
                <c:pt idx="71">
                  <c:v>1994.1</c:v>
                </c:pt>
                <c:pt idx="72">
                  <c:v>2022.1</c:v>
                </c:pt>
                <c:pt idx="73">
                  <c:v>2050.1</c:v>
                </c:pt>
                <c:pt idx="74">
                  <c:v>2078.1</c:v>
                </c:pt>
                <c:pt idx="75">
                  <c:v>2106.1</c:v>
                </c:pt>
                <c:pt idx="76">
                  <c:v>2134.1</c:v>
                </c:pt>
                <c:pt idx="77">
                  <c:v>2162.1</c:v>
                </c:pt>
                <c:pt idx="78">
                  <c:v>2190.1</c:v>
                </c:pt>
                <c:pt idx="79">
                  <c:v>2218.1</c:v>
                </c:pt>
                <c:pt idx="80">
                  <c:v>2246.1</c:v>
                </c:pt>
                <c:pt idx="81">
                  <c:v>2274.1</c:v>
                </c:pt>
                <c:pt idx="82">
                  <c:v>2302.1</c:v>
                </c:pt>
                <c:pt idx="83">
                  <c:v>2330.1</c:v>
                </c:pt>
                <c:pt idx="84">
                  <c:v>2358.1</c:v>
                </c:pt>
                <c:pt idx="85">
                  <c:v>2386.1</c:v>
                </c:pt>
                <c:pt idx="86">
                  <c:v>2414.1</c:v>
                </c:pt>
                <c:pt idx="87">
                  <c:v>2442.1</c:v>
                </c:pt>
                <c:pt idx="88">
                  <c:v>2470.1</c:v>
                </c:pt>
                <c:pt idx="89">
                  <c:v>2498.1</c:v>
                </c:pt>
                <c:pt idx="90">
                  <c:v>2526.1</c:v>
                </c:pt>
                <c:pt idx="91">
                  <c:v>2554.1</c:v>
                </c:pt>
                <c:pt idx="92">
                  <c:v>2582.1</c:v>
                </c:pt>
                <c:pt idx="93">
                  <c:v>2610.1</c:v>
                </c:pt>
                <c:pt idx="94">
                  <c:v>2638.1</c:v>
                </c:pt>
                <c:pt idx="95">
                  <c:v>2666.1</c:v>
                </c:pt>
                <c:pt idx="96">
                  <c:v>2694.1</c:v>
                </c:pt>
                <c:pt idx="97">
                  <c:v>2722.1</c:v>
                </c:pt>
                <c:pt idx="98">
                  <c:v>2750.1</c:v>
                </c:pt>
                <c:pt idx="99">
                  <c:v>2778.1</c:v>
                </c:pt>
                <c:pt idx="100">
                  <c:v>2806.1</c:v>
                </c:pt>
                <c:pt idx="101">
                  <c:v>2834.1</c:v>
                </c:pt>
                <c:pt idx="102">
                  <c:v>2862.1</c:v>
                </c:pt>
                <c:pt idx="103">
                  <c:v>2890.1</c:v>
                </c:pt>
                <c:pt idx="104">
                  <c:v>2918.1</c:v>
                </c:pt>
                <c:pt idx="105">
                  <c:v>2946.1</c:v>
                </c:pt>
                <c:pt idx="106">
                  <c:v>2974.1</c:v>
                </c:pt>
                <c:pt idx="107">
                  <c:v>3002.1</c:v>
                </c:pt>
                <c:pt idx="108">
                  <c:v>3030.1</c:v>
                </c:pt>
                <c:pt idx="109">
                  <c:v>3058.1</c:v>
                </c:pt>
                <c:pt idx="110">
                  <c:v>3086.1</c:v>
                </c:pt>
                <c:pt idx="111">
                  <c:v>3114.1</c:v>
                </c:pt>
                <c:pt idx="112">
                  <c:v>3142.1</c:v>
                </c:pt>
                <c:pt idx="113">
                  <c:v>3170.1</c:v>
                </c:pt>
                <c:pt idx="114">
                  <c:v>3198.1</c:v>
                </c:pt>
                <c:pt idx="115">
                  <c:v>3226.1</c:v>
                </c:pt>
                <c:pt idx="116">
                  <c:v>3254.1</c:v>
                </c:pt>
                <c:pt idx="117">
                  <c:v>3282.1</c:v>
                </c:pt>
                <c:pt idx="118">
                  <c:v>3310.1</c:v>
                </c:pt>
                <c:pt idx="119">
                  <c:v>3338.1</c:v>
                </c:pt>
                <c:pt idx="120">
                  <c:v>3366.1</c:v>
                </c:pt>
                <c:pt idx="121">
                  <c:v>3394.1</c:v>
                </c:pt>
                <c:pt idx="122">
                  <c:v>3422.1</c:v>
                </c:pt>
                <c:pt idx="123">
                  <c:v>3450.1</c:v>
                </c:pt>
                <c:pt idx="124">
                  <c:v>3478.1</c:v>
                </c:pt>
                <c:pt idx="125">
                  <c:v>3506.1</c:v>
                </c:pt>
                <c:pt idx="126">
                  <c:v>3534.1</c:v>
                </c:pt>
                <c:pt idx="127">
                  <c:v>3562.1</c:v>
                </c:pt>
                <c:pt idx="128">
                  <c:v>3590.1</c:v>
                </c:pt>
                <c:pt idx="129">
                  <c:v>3618.1</c:v>
                </c:pt>
                <c:pt idx="130">
                  <c:v>3646.1</c:v>
                </c:pt>
                <c:pt idx="131">
                  <c:v>3674.1</c:v>
                </c:pt>
                <c:pt idx="132">
                  <c:v>3702.1</c:v>
                </c:pt>
                <c:pt idx="133">
                  <c:v>3730.1</c:v>
                </c:pt>
                <c:pt idx="134">
                  <c:v>3758.1</c:v>
                </c:pt>
                <c:pt idx="135">
                  <c:v>3786.1</c:v>
                </c:pt>
                <c:pt idx="136">
                  <c:v>3814.1</c:v>
                </c:pt>
                <c:pt idx="137">
                  <c:v>3842.1</c:v>
                </c:pt>
                <c:pt idx="138">
                  <c:v>3870.1</c:v>
                </c:pt>
                <c:pt idx="139">
                  <c:v>3898.1</c:v>
                </c:pt>
                <c:pt idx="140">
                  <c:v>3926.1</c:v>
                </c:pt>
                <c:pt idx="141">
                  <c:v>3954.1</c:v>
                </c:pt>
                <c:pt idx="142">
                  <c:v>3982.2</c:v>
                </c:pt>
                <c:pt idx="143">
                  <c:v>4010.2</c:v>
                </c:pt>
                <c:pt idx="144">
                  <c:v>4038.2</c:v>
                </c:pt>
                <c:pt idx="145">
                  <c:v>4066.2</c:v>
                </c:pt>
                <c:pt idx="146">
                  <c:v>4094.2</c:v>
                </c:pt>
                <c:pt idx="147">
                  <c:v>4122.2</c:v>
                </c:pt>
                <c:pt idx="148">
                  <c:v>4150.2</c:v>
                </c:pt>
                <c:pt idx="149">
                  <c:v>4178.2</c:v>
                </c:pt>
                <c:pt idx="150">
                  <c:v>4206.2</c:v>
                </c:pt>
                <c:pt idx="151">
                  <c:v>4234.2</c:v>
                </c:pt>
                <c:pt idx="152">
                  <c:v>4262.2</c:v>
                </c:pt>
                <c:pt idx="153">
                  <c:v>4290.2</c:v>
                </c:pt>
                <c:pt idx="154">
                  <c:v>4318.2</c:v>
                </c:pt>
                <c:pt idx="155">
                  <c:v>4346.2</c:v>
                </c:pt>
                <c:pt idx="156">
                  <c:v>4374.2</c:v>
                </c:pt>
                <c:pt idx="157">
                  <c:v>4402.2</c:v>
                </c:pt>
                <c:pt idx="158">
                  <c:v>4430.2</c:v>
                </c:pt>
                <c:pt idx="159">
                  <c:v>4458.2</c:v>
                </c:pt>
                <c:pt idx="160">
                  <c:v>4486.2</c:v>
                </c:pt>
                <c:pt idx="161">
                  <c:v>4514.2</c:v>
                </c:pt>
                <c:pt idx="162">
                  <c:v>4542.2</c:v>
                </c:pt>
                <c:pt idx="163">
                  <c:v>4570.2</c:v>
                </c:pt>
                <c:pt idx="164">
                  <c:v>4598.2</c:v>
                </c:pt>
                <c:pt idx="165">
                  <c:v>4626.2</c:v>
                </c:pt>
                <c:pt idx="166">
                  <c:v>4654.2</c:v>
                </c:pt>
                <c:pt idx="167">
                  <c:v>4682.2</c:v>
                </c:pt>
                <c:pt idx="168">
                  <c:v>4710.2</c:v>
                </c:pt>
                <c:pt idx="169">
                  <c:v>4738.2</c:v>
                </c:pt>
                <c:pt idx="170">
                  <c:v>4766.2</c:v>
                </c:pt>
                <c:pt idx="171">
                  <c:v>4794.2</c:v>
                </c:pt>
                <c:pt idx="172">
                  <c:v>4822.2</c:v>
                </c:pt>
                <c:pt idx="173">
                  <c:v>4850.2</c:v>
                </c:pt>
                <c:pt idx="174">
                  <c:v>4878.2</c:v>
                </c:pt>
                <c:pt idx="175">
                  <c:v>4906.2</c:v>
                </c:pt>
                <c:pt idx="176">
                  <c:v>4934.2</c:v>
                </c:pt>
                <c:pt idx="177">
                  <c:v>4962.2</c:v>
                </c:pt>
                <c:pt idx="178">
                  <c:v>4990.2</c:v>
                </c:pt>
                <c:pt idx="179">
                  <c:v>5018.2</c:v>
                </c:pt>
                <c:pt idx="180">
                  <c:v>5046.2</c:v>
                </c:pt>
                <c:pt idx="181">
                  <c:v>5074.2</c:v>
                </c:pt>
                <c:pt idx="182">
                  <c:v>5102.2</c:v>
                </c:pt>
                <c:pt idx="183">
                  <c:v>5130.2</c:v>
                </c:pt>
                <c:pt idx="184">
                  <c:v>5158.2</c:v>
                </c:pt>
                <c:pt idx="185">
                  <c:v>5186.2</c:v>
                </c:pt>
                <c:pt idx="186">
                  <c:v>5214.2</c:v>
                </c:pt>
                <c:pt idx="187">
                  <c:v>5242.2</c:v>
                </c:pt>
                <c:pt idx="188">
                  <c:v>5270.2</c:v>
                </c:pt>
                <c:pt idx="189">
                  <c:v>5298.2</c:v>
                </c:pt>
                <c:pt idx="190">
                  <c:v>5326.2</c:v>
                </c:pt>
              </c:numCache>
            </c:numRef>
          </c:xVal>
          <c:yVal>
            <c:numRef>
              <c:f>Sheet1!$B$2:$B$192</c:f>
              <c:numCache>
                <c:formatCode>General</c:formatCode>
                <c:ptCount val="191"/>
                <c:pt idx="0">
                  <c:v>43.1</c:v>
                </c:pt>
                <c:pt idx="1">
                  <c:v>77.86</c:v>
                </c:pt>
                <c:pt idx="2">
                  <c:v>94.39</c:v>
                </c:pt>
                <c:pt idx="3">
                  <c:v>96.23</c:v>
                </c:pt>
                <c:pt idx="4">
                  <c:v>96.91</c:v>
                </c:pt>
                <c:pt idx="5">
                  <c:v>96.59</c:v>
                </c:pt>
                <c:pt idx="6">
                  <c:v>97.34</c:v>
                </c:pt>
                <c:pt idx="7">
                  <c:v>96.05</c:v>
                </c:pt>
                <c:pt idx="8">
                  <c:v>97.03</c:v>
                </c:pt>
                <c:pt idx="9">
                  <c:v>96.14</c:v>
                </c:pt>
                <c:pt idx="10">
                  <c:v>96.57</c:v>
                </c:pt>
                <c:pt idx="11">
                  <c:v>95.47</c:v>
                </c:pt>
                <c:pt idx="12">
                  <c:v>94.01</c:v>
                </c:pt>
                <c:pt idx="13">
                  <c:v>95.28</c:v>
                </c:pt>
                <c:pt idx="14">
                  <c:v>96.35</c:v>
                </c:pt>
                <c:pt idx="15">
                  <c:v>93.33</c:v>
                </c:pt>
                <c:pt idx="16">
                  <c:v>95.28</c:v>
                </c:pt>
                <c:pt idx="17">
                  <c:v>96.77</c:v>
                </c:pt>
                <c:pt idx="18">
                  <c:v>94.86</c:v>
                </c:pt>
                <c:pt idx="19">
                  <c:v>95.56</c:v>
                </c:pt>
                <c:pt idx="20">
                  <c:v>96.18</c:v>
                </c:pt>
                <c:pt idx="21">
                  <c:v>95.84</c:v>
                </c:pt>
                <c:pt idx="22">
                  <c:v>94.85</c:v>
                </c:pt>
                <c:pt idx="23">
                  <c:v>96.62</c:v>
                </c:pt>
                <c:pt idx="24">
                  <c:v>96.46</c:v>
                </c:pt>
                <c:pt idx="25">
                  <c:v>96.6</c:v>
                </c:pt>
                <c:pt idx="26">
                  <c:v>96.11</c:v>
                </c:pt>
                <c:pt idx="27">
                  <c:v>96.38</c:v>
                </c:pt>
                <c:pt idx="28">
                  <c:v>94.74</c:v>
                </c:pt>
                <c:pt idx="29">
                  <c:v>96.76</c:v>
                </c:pt>
                <c:pt idx="30">
                  <c:v>96.46</c:v>
                </c:pt>
                <c:pt idx="31">
                  <c:v>95.95</c:v>
                </c:pt>
                <c:pt idx="32">
                  <c:v>96.08</c:v>
                </c:pt>
                <c:pt idx="33">
                  <c:v>94.27</c:v>
                </c:pt>
                <c:pt idx="34">
                  <c:v>96.14</c:v>
                </c:pt>
                <c:pt idx="35">
                  <c:v>96.04</c:v>
                </c:pt>
                <c:pt idx="36">
                  <c:v>96.1</c:v>
                </c:pt>
                <c:pt idx="37">
                  <c:v>96.43</c:v>
                </c:pt>
                <c:pt idx="38">
                  <c:v>93.3</c:v>
                </c:pt>
                <c:pt idx="39">
                  <c:v>96.39</c:v>
                </c:pt>
                <c:pt idx="40">
                  <c:v>95.87</c:v>
                </c:pt>
                <c:pt idx="41">
                  <c:v>96.85</c:v>
                </c:pt>
                <c:pt idx="42">
                  <c:v>95.08</c:v>
                </c:pt>
                <c:pt idx="43">
                  <c:v>96.45</c:v>
                </c:pt>
                <c:pt idx="44">
                  <c:v>94.87</c:v>
                </c:pt>
                <c:pt idx="45">
                  <c:v>95.05</c:v>
                </c:pt>
                <c:pt idx="46">
                  <c:v>96.15</c:v>
                </c:pt>
                <c:pt idx="47">
                  <c:v>96.68</c:v>
                </c:pt>
                <c:pt idx="48">
                  <c:v>95.84</c:v>
                </c:pt>
                <c:pt idx="49">
                  <c:v>98</c:v>
                </c:pt>
                <c:pt idx="50">
                  <c:v>96.05</c:v>
                </c:pt>
                <c:pt idx="51">
                  <c:v>96.65</c:v>
                </c:pt>
                <c:pt idx="52">
                  <c:v>95.53</c:v>
                </c:pt>
                <c:pt idx="53">
                  <c:v>95.97</c:v>
                </c:pt>
                <c:pt idx="54">
                  <c:v>96.54</c:v>
                </c:pt>
                <c:pt idx="55">
                  <c:v>95.04</c:v>
                </c:pt>
                <c:pt idx="56">
                  <c:v>93.77</c:v>
                </c:pt>
                <c:pt idx="57">
                  <c:v>96.71</c:v>
                </c:pt>
                <c:pt idx="58">
                  <c:v>95.9</c:v>
                </c:pt>
                <c:pt idx="59">
                  <c:v>96.31</c:v>
                </c:pt>
                <c:pt idx="60">
                  <c:v>96.42</c:v>
                </c:pt>
                <c:pt idx="61">
                  <c:v>96.81</c:v>
                </c:pt>
                <c:pt idx="62">
                  <c:v>94.64</c:v>
                </c:pt>
                <c:pt idx="63">
                  <c:v>95.55</c:v>
                </c:pt>
                <c:pt idx="64">
                  <c:v>97.48</c:v>
                </c:pt>
                <c:pt idx="65">
                  <c:v>96.54</c:v>
                </c:pt>
                <c:pt idx="66">
                  <c:v>95.04</c:v>
                </c:pt>
                <c:pt idx="67">
                  <c:v>96.62</c:v>
                </c:pt>
                <c:pt idx="68">
                  <c:v>97.03</c:v>
                </c:pt>
                <c:pt idx="69">
                  <c:v>97.27</c:v>
                </c:pt>
                <c:pt idx="70">
                  <c:v>95.7</c:v>
                </c:pt>
                <c:pt idx="71">
                  <c:v>96.85</c:v>
                </c:pt>
                <c:pt idx="72">
                  <c:v>95.91</c:v>
                </c:pt>
                <c:pt idx="73">
                  <c:v>95.41</c:v>
                </c:pt>
                <c:pt idx="74">
                  <c:v>95.48</c:v>
                </c:pt>
                <c:pt idx="75">
                  <c:v>96.48</c:v>
                </c:pt>
                <c:pt idx="76">
                  <c:v>95.97</c:v>
                </c:pt>
                <c:pt idx="77">
                  <c:v>98.28</c:v>
                </c:pt>
                <c:pt idx="78">
                  <c:v>97.37</c:v>
                </c:pt>
                <c:pt idx="79">
                  <c:v>94.56</c:v>
                </c:pt>
                <c:pt idx="80">
                  <c:v>95.18</c:v>
                </c:pt>
                <c:pt idx="81">
                  <c:v>94.9</c:v>
                </c:pt>
                <c:pt idx="82">
                  <c:v>97.07</c:v>
                </c:pt>
                <c:pt idx="83">
                  <c:v>95.18</c:v>
                </c:pt>
                <c:pt idx="84">
                  <c:v>95.01</c:v>
                </c:pt>
                <c:pt idx="85">
                  <c:v>96.74</c:v>
                </c:pt>
                <c:pt idx="86">
                  <c:v>96.03</c:v>
                </c:pt>
                <c:pt idx="87">
                  <c:v>95.93</c:v>
                </c:pt>
                <c:pt idx="88">
                  <c:v>96.57</c:v>
                </c:pt>
                <c:pt idx="89">
                  <c:v>97.61</c:v>
                </c:pt>
                <c:pt idx="90">
                  <c:v>97.12</c:v>
                </c:pt>
                <c:pt idx="91">
                  <c:v>97.34</c:v>
                </c:pt>
                <c:pt idx="92">
                  <c:v>96.89</c:v>
                </c:pt>
                <c:pt idx="93">
                  <c:v>96.11</c:v>
                </c:pt>
                <c:pt idx="94">
                  <c:v>96.28</c:v>
                </c:pt>
                <c:pt idx="95">
                  <c:v>95.42</c:v>
                </c:pt>
                <c:pt idx="96">
                  <c:v>95.59</c:v>
                </c:pt>
                <c:pt idx="97">
                  <c:v>96.7</c:v>
                </c:pt>
                <c:pt idx="98">
                  <c:v>97.15</c:v>
                </c:pt>
                <c:pt idx="99">
                  <c:v>96.19</c:v>
                </c:pt>
                <c:pt idx="100">
                  <c:v>94.05</c:v>
                </c:pt>
                <c:pt idx="101">
                  <c:v>96.89</c:v>
                </c:pt>
                <c:pt idx="102">
                  <c:v>95.46</c:v>
                </c:pt>
                <c:pt idx="103">
                  <c:v>94.63</c:v>
                </c:pt>
                <c:pt idx="104">
                  <c:v>96.16</c:v>
                </c:pt>
                <c:pt idx="105">
                  <c:v>96.88</c:v>
                </c:pt>
                <c:pt idx="106">
                  <c:v>96.57</c:v>
                </c:pt>
                <c:pt idx="107">
                  <c:v>96.77</c:v>
                </c:pt>
                <c:pt idx="108">
                  <c:v>95.54</c:v>
                </c:pt>
                <c:pt idx="109">
                  <c:v>95.37</c:v>
                </c:pt>
                <c:pt idx="110">
                  <c:v>95.67</c:v>
                </c:pt>
                <c:pt idx="111">
                  <c:v>96.42</c:v>
                </c:pt>
                <c:pt idx="112">
                  <c:v>93.82</c:v>
                </c:pt>
                <c:pt idx="113">
                  <c:v>94.89</c:v>
                </c:pt>
                <c:pt idx="114">
                  <c:v>95.75</c:v>
                </c:pt>
                <c:pt idx="115">
                  <c:v>95.91</c:v>
                </c:pt>
                <c:pt idx="116">
                  <c:v>96.4</c:v>
                </c:pt>
                <c:pt idx="117">
                  <c:v>95.55</c:v>
                </c:pt>
                <c:pt idx="118">
                  <c:v>96.14</c:v>
                </c:pt>
                <c:pt idx="119">
                  <c:v>96.81</c:v>
                </c:pt>
                <c:pt idx="120">
                  <c:v>97.36</c:v>
                </c:pt>
                <c:pt idx="121">
                  <c:v>95.96</c:v>
                </c:pt>
                <c:pt idx="122">
                  <c:v>94.56</c:v>
                </c:pt>
                <c:pt idx="123">
                  <c:v>92.07</c:v>
                </c:pt>
                <c:pt idx="124">
                  <c:v>94.5</c:v>
                </c:pt>
                <c:pt idx="125">
                  <c:v>96.03</c:v>
                </c:pt>
                <c:pt idx="126">
                  <c:v>97.1</c:v>
                </c:pt>
                <c:pt idx="127">
                  <c:v>95.15</c:v>
                </c:pt>
                <c:pt idx="128">
                  <c:v>94.27</c:v>
                </c:pt>
                <c:pt idx="129">
                  <c:v>95.56</c:v>
                </c:pt>
                <c:pt idx="130">
                  <c:v>96.52</c:v>
                </c:pt>
                <c:pt idx="131">
                  <c:v>94.99</c:v>
                </c:pt>
                <c:pt idx="132">
                  <c:v>95.51</c:v>
                </c:pt>
                <c:pt idx="133">
                  <c:v>97.16</c:v>
                </c:pt>
                <c:pt idx="134">
                  <c:v>96.39</c:v>
                </c:pt>
                <c:pt idx="135">
                  <c:v>97.16</c:v>
                </c:pt>
                <c:pt idx="136">
                  <c:v>96.92</c:v>
                </c:pt>
                <c:pt idx="137">
                  <c:v>94.84</c:v>
                </c:pt>
                <c:pt idx="138">
                  <c:v>90.81</c:v>
                </c:pt>
                <c:pt idx="139">
                  <c:v>96.04</c:v>
                </c:pt>
                <c:pt idx="140">
                  <c:v>97.26</c:v>
                </c:pt>
                <c:pt idx="141">
                  <c:v>95.57</c:v>
                </c:pt>
                <c:pt idx="142">
                  <c:v>94.59</c:v>
                </c:pt>
                <c:pt idx="143">
                  <c:v>95.63</c:v>
                </c:pt>
                <c:pt idx="144">
                  <c:v>96.52</c:v>
                </c:pt>
                <c:pt idx="145">
                  <c:v>94.88</c:v>
                </c:pt>
                <c:pt idx="146">
                  <c:v>95.45</c:v>
                </c:pt>
                <c:pt idx="147">
                  <c:v>96.21</c:v>
                </c:pt>
                <c:pt idx="148">
                  <c:v>96.73</c:v>
                </c:pt>
                <c:pt idx="149">
                  <c:v>96.71</c:v>
                </c:pt>
                <c:pt idx="150">
                  <c:v>96.97</c:v>
                </c:pt>
                <c:pt idx="151">
                  <c:v>95.37</c:v>
                </c:pt>
                <c:pt idx="152">
                  <c:v>96.22</c:v>
                </c:pt>
                <c:pt idx="153">
                  <c:v>95.15</c:v>
                </c:pt>
                <c:pt idx="154">
                  <c:v>96.07</c:v>
                </c:pt>
                <c:pt idx="155">
                  <c:v>95.99</c:v>
                </c:pt>
                <c:pt idx="156">
                  <c:v>94.99</c:v>
                </c:pt>
                <c:pt idx="157">
                  <c:v>96.4</c:v>
                </c:pt>
                <c:pt idx="158">
                  <c:v>96</c:v>
                </c:pt>
                <c:pt idx="159">
                  <c:v>96.43</c:v>
                </c:pt>
                <c:pt idx="160">
                  <c:v>96.44</c:v>
                </c:pt>
                <c:pt idx="161">
                  <c:v>96.88</c:v>
                </c:pt>
                <c:pt idx="162">
                  <c:v>96.98</c:v>
                </c:pt>
                <c:pt idx="163">
                  <c:v>95.14</c:v>
                </c:pt>
                <c:pt idx="164">
                  <c:v>94.46</c:v>
                </c:pt>
                <c:pt idx="165">
                  <c:v>94.25</c:v>
                </c:pt>
                <c:pt idx="166">
                  <c:v>93.6</c:v>
                </c:pt>
                <c:pt idx="167">
                  <c:v>96.93</c:v>
                </c:pt>
                <c:pt idx="168">
                  <c:v>96.58</c:v>
                </c:pt>
                <c:pt idx="169">
                  <c:v>95.75</c:v>
                </c:pt>
                <c:pt idx="170">
                  <c:v>94.83</c:v>
                </c:pt>
                <c:pt idx="171">
                  <c:v>96.07</c:v>
                </c:pt>
                <c:pt idx="172">
                  <c:v>94.49</c:v>
                </c:pt>
                <c:pt idx="173">
                  <c:v>96.04</c:v>
                </c:pt>
                <c:pt idx="174">
                  <c:v>95.2</c:v>
                </c:pt>
                <c:pt idx="175">
                  <c:v>96.16</c:v>
                </c:pt>
                <c:pt idx="176">
                  <c:v>96.53</c:v>
                </c:pt>
                <c:pt idx="177">
                  <c:v>96.72</c:v>
                </c:pt>
                <c:pt idx="178">
                  <c:v>94.67</c:v>
                </c:pt>
                <c:pt idx="179">
                  <c:v>96.48</c:v>
                </c:pt>
                <c:pt idx="180">
                  <c:v>96.13</c:v>
                </c:pt>
                <c:pt idx="181">
                  <c:v>96.12</c:v>
                </c:pt>
                <c:pt idx="182">
                  <c:v>94.87</c:v>
                </c:pt>
                <c:pt idx="183">
                  <c:v>96.99</c:v>
                </c:pt>
                <c:pt idx="184">
                  <c:v>96.84</c:v>
                </c:pt>
                <c:pt idx="185">
                  <c:v>97.73</c:v>
                </c:pt>
                <c:pt idx="186">
                  <c:v>96.95</c:v>
                </c:pt>
                <c:pt idx="187">
                  <c:v>96.51</c:v>
                </c:pt>
                <c:pt idx="188">
                  <c:v>95.35</c:v>
                </c:pt>
                <c:pt idx="189">
                  <c:v>94.17</c:v>
                </c:pt>
                <c:pt idx="190">
                  <c:v>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 Decode</c:v>
                </c:pt>
              </c:strCache>
            </c:strRef>
          </c:tx>
          <c:spPr>
            <a:solidFill>
              <a:srgbClr val="7FC4E8"/>
            </a:solidFill>
            <a:ln w="28575" cap="flat">
              <a:solidFill>
                <a:srgbClr val="7FC4E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FC4E8"/>
              </a:solidFill>
              <a:ln w="9525" cap="flat">
                <a:solidFill>
                  <a:srgbClr val="7FC4E8"/>
                </a:solidFill>
                <a:prstDash val="solid"/>
                <a:round/>
              </a:ln>
              <a:effectLst/>
            </c:spPr>
          </c:marker>
          <c:xVal>
            <c:numRef>
              <c:f>Sheet1!$A$2:$A$192</c:f>
              <c:numCache>
                <c:formatCode>General</c:formatCode>
                <c:ptCount val="191"/>
                <c:pt idx="0">
                  <c:v>6</c:v>
                </c:pt>
                <c:pt idx="1">
                  <c:v>34</c:v>
                </c:pt>
                <c:pt idx="2">
                  <c:v>62</c:v>
                </c:pt>
                <c:pt idx="3">
                  <c:v>90</c:v>
                </c:pt>
                <c:pt idx="4">
                  <c:v>118</c:v>
                </c:pt>
                <c:pt idx="5">
                  <c:v>146</c:v>
                </c:pt>
                <c:pt idx="6">
                  <c:v>174</c:v>
                </c:pt>
                <c:pt idx="7">
                  <c:v>202</c:v>
                </c:pt>
                <c:pt idx="8">
                  <c:v>230</c:v>
                </c:pt>
                <c:pt idx="9">
                  <c:v>258</c:v>
                </c:pt>
                <c:pt idx="10">
                  <c:v>286</c:v>
                </c:pt>
                <c:pt idx="11">
                  <c:v>314</c:v>
                </c:pt>
                <c:pt idx="12">
                  <c:v>342</c:v>
                </c:pt>
                <c:pt idx="13">
                  <c:v>370</c:v>
                </c:pt>
                <c:pt idx="14">
                  <c:v>398</c:v>
                </c:pt>
                <c:pt idx="15">
                  <c:v>426</c:v>
                </c:pt>
                <c:pt idx="16">
                  <c:v>454</c:v>
                </c:pt>
                <c:pt idx="17">
                  <c:v>482</c:v>
                </c:pt>
                <c:pt idx="18">
                  <c:v>510</c:v>
                </c:pt>
                <c:pt idx="19">
                  <c:v>538</c:v>
                </c:pt>
                <c:pt idx="20">
                  <c:v>566</c:v>
                </c:pt>
                <c:pt idx="21">
                  <c:v>594</c:v>
                </c:pt>
                <c:pt idx="22">
                  <c:v>622</c:v>
                </c:pt>
                <c:pt idx="23">
                  <c:v>650</c:v>
                </c:pt>
                <c:pt idx="24">
                  <c:v>678</c:v>
                </c:pt>
                <c:pt idx="25">
                  <c:v>706</c:v>
                </c:pt>
                <c:pt idx="26">
                  <c:v>734</c:v>
                </c:pt>
                <c:pt idx="27">
                  <c:v>762</c:v>
                </c:pt>
                <c:pt idx="28">
                  <c:v>790</c:v>
                </c:pt>
                <c:pt idx="29">
                  <c:v>818</c:v>
                </c:pt>
                <c:pt idx="30">
                  <c:v>846</c:v>
                </c:pt>
                <c:pt idx="31">
                  <c:v>874</c:v>
                </c:pt>
                <c:pt idx="32">
                  <c:v>902</c:v>
                </c:pt>
                <c:pt idx="33">
                  <c:v>930</c:v>
                </c:pt>
                <c:pt idx="34">
                  <c:v>958</c:v>
                </c:pt>
                <c:pt idx="35">
                  <c:v>986</c:v>
                </c:pt>
                <c:pt idx="36">
                  <c:v>1014</c:v>
                </c:pt>
                <c:pt idx="37">
                  <c:v>1042</c:v>
                </c:pt>
                <c:pt idx="38">
                  <c:v>1070</c:v>
                </c:pt>
                <c:pt idx="39">
                  <c:v>1098</c:v>
                </c:pt>
                <c:pt idx="40">
                  <c:v>1126</c:v>
                </c:pt>
                <c:pt idx="41">
                  <c:v>1154</c:v>
                </c:pt>
                <c:pt idx="42">
                  <c:v>1182</c:v>
                </c:pt>
                <c:pt idx="43">
                  <c:v>1210</c:v>
                </c:pt>
                <c:pt idx="44">
                  <c:v>1238</c:v>
                </c:pt>
                <c:pt idx="45">
                  <c:v>1266</c:v>
                </c:pt>
                <c:pt idx="46">
                  <c:v>1294</c:v>
                </c:pt>
                <c:pt idx="47">
                  <c:v>1322.1</c:v>
                </c:pt>
                <c:pt idx="48">
                  <c:v>1350.1</c:v>
                </c:pt>
                <c:pt idx="49">
                  <c:v>1378.1</c:v>
                </c:pt>
                <c:pt idx="50">
                  <c:v>1406.1</c:v>
                </c:pt>
                <c:pt idx="51">
                  <c:v>1434.1</c:v>
                </c:pt>
                <c:pt idx="52">
                  <c:v>1462.1</c:v>
                </c:pt>
                <c:pt idx="53">
                  <c:v>1490.1</c:v>
                </c:pt>
                <c:pt idx="54">
                  <c:v>1518.1</c:v>
                </c:pt>
                <c:pt idx="55">
                  <c:v>1546.1</c:v>
                </c:pt>
                <c:pt idx="56">
                  <c:v>1574.1</c:v>
                </c:pt>
                <c:pt idx="57">
                  <c:v>1602.1</c:v>
                </c:pt>
                <c:pt idx="58">
                  <c:v>1630.1</c:v>
                </c:pt>
                <c:pt idx="59">
                  <c:v>1658.1</c:v>
                </c:pt>
                <c:pt idx="60">
                  <c:v>1686.1</c:v>
                </c:pt>
                <c:pt idx="61">
                  <c:v>1714.1</c:v>
                </c:pt>
                <c:pt idx="62">
                  <c:v>1742.1</c:v>
                </c:pt>
                <c:pt idx="63">
                  <c:v>1770.1</c:v>
                </c:pt>
                <c:pt idx="64">
                  <c:v>1798.1</c:v>
                </c:pt>
                <c:pt idx="65">
                  <c:v>1826.1</c:v>
                </c:pt>
                <c:pt idx="66">
                  <c:v>1854.1</c:v>
                </c:pt>
                <c:pt idx="67">
                  <c:v>1882.1</c:v>
                </c:pt>
                <c:pt idx="68">
                  <c:v>1910.1</c:v>
                </c:pt>
                <c:pt idx="69">
                  <c:v>1938.1</c:v>
                </c:pt>
                <c:pt idx="70">
                  <c:v>1966.1</c:v>
                </c:pt>
                <c:pt idx="71">
                  <c:v>1994.1</c:v>
                </c:pt>
                <c:pt idx="72">
                  <c:v>2022.1</c:v>
                </c:pt>
                <c:pt idx="73">
                  <c:v>2050.1</c:v>
                </c:pt>
                <c:pt idx="74">
                  <c:v>2078.1</c:v>
                </c:pt>
                <c:pt idx="75">
                  <c:v>2106.1</c:v>
                </c:pt>
                <c:pt idx="76">
                  <c:v>2134.1</c:v>
                </c:pt>
                <c:pt idx="77">
                  <c:v>2162.1</c:v>
                </c:pt>
                <c:pt idx="78">
                  <c:v>2190.1</c:v>
                </c:pt>
                <c:pt idx="79">
                  <c:v>2218.1</c:v>
                </c:pt>
                <c:pt idx="80">
                  <c:v>2246.1</c:v>
                </c:pt>
                <c:pt idx="81">
                  <c:v>2274.1</c:v>
                </c:pt>
                <c:pt idx="82">
                  <c:v>2302.1</c:v>
                </c:pt>
                <c:pt idx="83">
                  <c:v>2330.1</c:v>
                </c:pt>
                <c:pt idx="84">
                  <c:v>2358.1</c:v>
                </c:pt>
                <c:pt idx="85">
                  <c:v>2386.1</c:v>
                </c:pt>
                <c:pt idx="86">
                  <c:v>2414.1</c:v>
                </c:pt>
                <c:pt idx="87">
                  <c:v>2442.1</c:v>
                </c:pt>
                <c:pt idx="88">
                  <c:v>2470.1</c:v>
                </c:pt>
                <c:pt idx="89">
                  <c:v>2498.1</c:v>
                </c:pt>
                <c:pt idx="90">
                  <c:v>2526.1</c:v>
                </c:pt>
                <c:pt idx="91">
                  <c:v>2554.1</c:v>
                </c:pt>
                <c:pt idx="92">
                  <c:v>2582.1</c:v>
                </c:pt>
                <c:pt idx="93">
                  <c:v>2610.1</c:v>
                </c:pt>
                <c:pt idx="94">
                  <c:v>2638.1</c:v>
                </c:pt>
                <c:pt idx="95">
                  <c:v>2666.1</c:v>
                </c:pt>
                <c:pt idx="96">
                  <c:v>2694.1</c:v>
                </c:pt>
                <c:pt idx="97">
                  <c:v>2722.1</c:v>
                </c:pt>
                <c:pt idx="98">
                  <c:v>2750.1</c:v>
                </c:pt>
                <c:pt idx="99">
                  <c:v>2778.1</c:v>
                </c:pt>
                <c:pt idx="100">
                  <c:v>2806.1</c:v>
                </c:pt>
                <c:pt idx="101">
                  <c:v>2834.1</c:v>
                </c:pt>
                <c:pt idx="102">
                  <c:v>2862.1</c:v>
                </c:pt>
                <c:pt idx="103">
                  <c:v>2890.1</c:v>
                </c:pt>
                <c:pt idx="104">
                  <c:v>2918.1</c:v>
                </c:pt>
                <c:pt idx="105">
                  <c:v>2946.1</c:v>
                </c:pt>
                <c:pt idx="106">
                  <c:v>2974.1</c:v>
                </c:pt>
                <c:pt idx="107">
                  <c:v>3002.1</c:v>
                </c:pt>
                <c:pt idx="108">
                  <c:v>3030.1</c:v>
                </c:pt>
                <c:pt idx="109">
                  <c:v>3058.1</c:v>
                </c:pt>
                <c:pt idx="110">
                  <c:v>3086.1</c:v>
                </c:pt>
                <c:pt idx="111">
                  <c:v>3114.1</c:v>
                </c:pt>
                <c:pt idx="112">
                  <c:v>3142.1</c:v>
                </c:pt>
                <c:pt idx="113">
                  <c:v>3170.1</c:v>
                </c:pt>
                <c:pt idx="114">
                  <c:v>3198.1</c:v>
                </c:pt>
                <c:pt idx="115">
                  <c:v>3226.1</c:v>
                </c:pt>
                <c:pt idx="116">
                  <c:v>3254.1</c:v>
                </c:pt>
                <c:pt idx="117">
                  <c:v>3282.1</c:v>
                </c:pt>
                <c:pt idx="118">
                  <c:v>3310.1</c:v>
                </c:pt>
                <c:pt idx="119">
                  <c:v>3338.1</c:v>
                </c:pt>
                <c:pt idx="120">
                  <c:v>3366.1</c:v>
                </c:pt>
                <c:pt idx="121">
                  <c:v>3394.1</c:v>
                </c:pt>
                <c:pt idx="122">
                  <c:v>3422.1</c:v>
                </c:pt>
                <c:pt idx="123">
                  <c:v>3450.1</c:v>
                </c:pt>
                <c:pt idx="124">
                  <c:v>3478.1</c:v>
                </c:pt>
                <c:pt idx="125">
                  <c:v>3506.1</c:v>
                </c:pt>
                <c:pt idx="126">
                  <c:v>3534.1</c:v>
                </c:pt>
                <c:pt idx="127">
                  <c:v>3562.1</c:v>
                </c:pt>
                <c:pt idx="128">
                  <c:v>3590.1</c:v>
                </c:pt>
                <c:pt idx="129">
                  <c:v>3618.1</c:v>
                </c:pt>
                <c:pt idx="130">
                  <c:v>3646.1</c:v>
                </c:pt>
                <c:pt idx="131">
                  <c:v>3674.1</c:v>
                </c:pt>
                <c:pt idx="132">
                  <c:v>3702.1</c:v>
                </c:pt>
                <c:pt idx="133">
                  <c:v>3730.1</c:v>
                </c:pt>
                <c:pt idx="134">
                  <c:v>3758.1</c:v>
                </c:pt>
                <c:pt idx="135">
                  <c:v>3786.1</c:v>
                </c:pt>
                <c:pt idx="136">
                  <c:v>3814.1</c:v>
                </c:pt>
                <c:pt idx="137">
                  <c:v>3842.1</c:v>
                </c:pt>
                <c:pt idx="138">
                  <c:v>3870.1</c:v>
                </c:pt>
                <c:pt idx="139">
                  <c:v>3898.1</c:v>
                </c:pt>
                <c:pt idx="140">
                  <c:v>3926.1</c:v>
                </c:pt>
                <c:pt idx="141">
                  <c:v>3954.1</c:v>
                </c:pt>
                <c:pt idx="142">
                  <c:v>3982.2</c:v>
                </c:pt>
                <c:pt idx="143">
                  <c:v>4010.2</c:v>
                </c:pt>
                <c:pt idx="144">
                  <c:v>4038.2</c:v>
                </c:pt>
                <c:pt idx="145">
                  <c:v>4066.2</c:v>
                </c:pt>
                <c:pt idx="146">
                  <c:v>4094.2</c:v>
                </c:pt>
                <c:pt idx="147">
                  <c:v>4122.2</c:v>
                </c:pt>
                <c:pt idx="148">
                  <c:v>4150.2</c:v>
                </c:pt>
                <c:pt idx="149">
                  <c:v>4178.2</c:v>
                </c:pt>
                <c:pt idx="150">
                  <c:v>4206.2</c:v>
                </c:pt>
                <c:pt idx="151">
                  <c:v>4234.2</c:v>
                </c:pt>
                <c:pt idx="152">
                  <c:v>4262.2</c:v>
                </c:pt>
                <c:pt idx="153">
                  <c:v>4290.2</c:v>
                </c:pt>
                <c:pt idx="154">
                  <c:v>4318.2</c:v>
                </c:pt>
                <c:pt idx="155">
                  <c:v>4346.2</c:v>
                </c:pt>
                <c:pt idx="156">
                  <c:v>4374.2</c:v>
                </c:pt>
                <c:pt idx="157">
                  <c:v>4402.2</c:v>
                </c:pt>
                <c:pt idx="158">
                  <c:v>4430.2</c:v>
                </c:pt>
                <c:pt idx="159">
                  <c:v>4458.2</c:v>
                </c:pt>
                <c:pt idx="160">
                  <c:v>4486.2</c:v>
                </c:pt>
                <c:pt idx="161">
                  <c:v>4514.2</c:v>
                </c:pt>
                <c:pt idx="162">
                  <c:v>4542.2</c:v>
                </c:pt>
                <c:pt idx="163">
                  <c:v>4570.2</c:v>
                </c:pt>
                <c:pt idx="164">
                  <c:v>4598.2</c:v>
                </c:pt>
                <c:pt idx="165">
                  <c:v>4626.2</c:v>
                </c:pt>
                <c:pt idx="166">
                  <c:v>4654.2</c:v>
                </c:pt>
                <c:pt idx="167">
                  <c:v>4682.2</c:v>
                </c:pt>
                <c:pt idx="168">
                  <c:v>4710.2</c:v>
                </c:pt>
                <c:pt idx="169">
                  <c:v>4738.2</c:v>
                </c:pt>
                <c:pt idx="170">
                  <c:v>4766.2</c:v>
                </c:pt>
                <c:pt idx="171">
                  <c:v>4794.2</c:v>
                </c:pt>
                <c:pt idx="172">
                  <c:v>4822.2</c:v>
                </c:pt>
                <c:pt idx="173">
                  <c:v>4850.2</c:v>
                </c:pt>
                <c:pt idx="174">
                  <c:v>4878.2</c:v>
                </c:pt>
                <c:pt idx="175">
                  <c:v>4906.2</c:v>
                </c:pt>
                <c:pt idx="176">
                  <c:v>4934.2</c:v>
                </c:pt>
                <c:pt idx="177">
                  <c:v>4962.2</c:v>
                </c:pt>
                <c:pt idx="178">
                  <c:v>4990.2</c:v>
                </c:pt>
                <c:pt idx="179">
                  <c:v>5018.2</c:v>
                </c:pt>
                <c:pt idx="180">
                  <c:v>5046.2</c:v>
                </c:pt>
                <c:pt idx="181">
                  <c:v>5074.2</c:v>
                </c:pt>
                <c:pt idx="182">
                  <c:v>5102.2</c:v>
                </c:pt>
                <c:pt idx="183">
                  <c:v>5130.2</c:v>
                </c:pt>
                <c:pt idx="184">
                  <c:v>5158.2</c:v>
                </c:pt>
                <c:pt idx="185">
                  <c:v>5186.2</c:v>
                </c:pt>
                <c:pt idx="186">
                  <c:v>5214.2</c:v>
                </c:pt>
                <c:pt idx="187">
                  <c:v>5242.2</c:v>
                </c:pt>
                <c:pt idx="188">
                  <c:v>5270.2</c:v>
                </c:pt>
                <c:pt idx="189">
                  <c:v>5298.2</c:v>
                </c:pt>
                <c:pt idx="190">
                  <c:v>5326.2</c:v>
                </c:pt>
              </c:numCache>
            </c:numRef>
          </c:xVal>
          <c:yVal>
            <c:numRef>
              <c:f>Sheet1!$C$2:$C$192</c:f>
              <c:numCache>
                <c:formatCode>General</c:formatCode>
                <c:ptCount val="191"/>
                <c:pt idx="0">
                  <c:v>11.15</c:v>
                </c:pt>
                <c:pt idx="1">
                  <c:v>16.9</c:v>
                </c:pt>
                <c:pt idx="2">
                  <c:v>23.95</c:v>
                </c:pt>
                <c:pt idx="3">
                  <c:v>33.35</c:v>
                </c:pt>
                <c:pt idx="4">
                  <c:v>28.5</c:v>
                </c:pt>
                <c:pt idx="5">
                  <c:v>33.66</c:v>
                </c:pt>
                <c:pt idx="6">
                  <c:v>26.69</c:v>
                </c:pt>
                <c:pt idx="7">
                  <c:v>21.43</c:v>
                </c:pt>
                <c:pt idx="8">
                  <c:v>29.55</c:v>
                </c:pt>
                <c:pt idx="9">
                  <c:v>29.51</c:v>
                </c:pt>
                <c:pt idx="10">
                  <c:v>28.45</c:v>
                </c:pt>
                <c:pt idx="11">
                  <c:v>23.98</c:v>
                </c:pt>
                <c:pt idx="12">
                  <c:v>29.53</c:v>
                </c:pt>
                <c:pt idx="13">
                  <c:v>27.19</c:v>
                </c:pt>
                <c:pt idx="14">
                  <c:v>21.63</c:v>
                </c:pt>
                <c:pt idx="15">
                  <c:v>23.7</c:v>
                </c:pt>
                <c:pt idx="16">
                  <c:v>30.46</c:v>
                </c:pt>
                <c:pt idx="17">
                  <c:v>24.4</c:v>
                </c:pt>
                <c:pt idx="18">
                  <c:v>29.07</c:v>
                </c:pt>
                <c:pt idx="19">
                  <c:v>26.7</c:v>
                </c:pt>
                <c:pt idx="20">
                  <c:v>22.39</c:v>
                </c:pt>
                <c:pt idx="21">
                  <c:v>30.08</c:v>
                </c:pt>
                <c:pt idx="22">
                  <c:v>34.65</c:v>
                </c:pt>
                <c:pt idx="23">
                  <c:v>32.25</c:v>
                </c:pt>
                <c:pt idx="24">
                  <c:v>31.09</c:v>
                </c:pt>
                <c:pt idx="25">
                  <c:v>29.59</c:v>
                </c:pt>
                <c:pt idx="26">
                  <c:v>22.91</c:v>
                </c:pt>
                <c:pt idx="27">
                  <c:v>21.97</c:v>
                </c:pt>
                <c:pt idx="28">
                  <c:v>24.46</c:v>
                </c:pt>
                <c:pt idx="29">
                  <c:v>24.41</c:v>
                </c:pt>
                <c:pt idx="30">
                  <c:v>26.98</c:v>
                </c:pt>
                <c:pt idx="31">
                  <c:v>18.27</c:v>
                </c:pt>
                <c:pt idx="32">
                  <c:v>24.64</c:v>
                </c:pt>
                <c:pt idx="33">
                  <c:v>29.29</c:v>
                </c:pt>
                <c:pt idx="34">
                  <c:v>34.32</c:v>
                </c:pt>
                <c:pt idx="35">
                  <c:v>27.07</c:v>
                </c:pt>
                <c:pt idx="36">
                  <c:v>30.27</c:v>
                </c:pt>
                <c:pt idx="37">
                  <c:v>25.88</c:v>
                </c:pt>
                <c:pt idx="38">
                  <c:v>23.59</c:v>
                </c:pt>
                <c:pt idx="39">
                  <c:v>31.3</c:v>
                </c:pt>
                <c:pt idx="40">
                  <c:v>29.8</c:v>
                </c:pt>
                <c:pt idx="41">
                  <c:v>26.44</c:v>
                </c:pt>
                <c:pt idx="42">
                  <c:v>28.44</c:v>
                </c:pt>
                <c:pt idx="43">
                  <c:v>25.68</c:v>
                </c:pt>
                <c:pt idx="44">
                  <c:v>25.97</c:v>
                </c:pt>
                <c:pt idx="45">
                  <c:v>29.39</c:v>
                </c:pt>
                <c:pt idx="46">
                  <c:v>36.7</c:v>
                </c:pt>
                <c:pt idx="47">
                  <c:v>38.89</c:v>
                </c:pt>
                <c:pt idx="48">
                  <c:v>24.17</c:v>
                </c:pt>
                <c:pt idx="49">
                  <c:v>28.05</c:v>
                </c:pt>
                <c:pt idx="50">
                  <c:v>30.54</c:v>
                </c:pt>
                <c:pt idx="51">
                  <c:v>27.04</c:v>
                </c:pt>
                <c:pt idx="52">
                  <c:v>35.93</c:v>
                </c:pt>
                <c:pt idx="53">
                  <c:v>30.21</c:v>
                </c:pt>
                <c:pt idx="54">
                  <c:v>24</c:v>
                </c:pt>
                <c:pt idx="55">
                  <c:v>22.22</c:v>
                </c:pt>
                <c:pt idx="56">
                  <c:v>25.6</c:v>
                </c:pt>
                <c:pt idx="57">
                  <c:v>26.28</c:v>
                </c:pt>
                <c:pt idx="58">
                  <c:v>30.55</c:v>
                </c:pt>
                <c:pt idx="59">
                  <c:v>33.07</c:v>
                </c:pt>
                <c:pt idx="60">
                  <c:v>32.2</c:v>
                </c:pt>
                <c:pt idx="61">
                  <c:v>27.02</c:v>
                </c:pt>
                <c:pt idx="62">
                  <c:v>27.72</c:v>
                </c:pt>
                <c:pt idx="63">
                  <c:v>21.47</c:v>
                </c:pt>
                <c:pt idx="64">
                  <c:v>22.16</c:v>
                </c:pt>
                <c:pt idx="65">
                  <c:v>26.33</c:v>
                </c:pt>
                <c:pt idx="66">
                  <c:v>32.24</c:v>
                </c:pt>
                <c:pt idx="67">
                  <c:v>24.54</c:v>
                </c:pt>
                <c:pt idx="68">
                  <c:v>26.69</c:v>
                </c:pt>
                <c:pt idx="69">
                  <c:v>33.16</c:v>
                </c:pt>
                <c:pt idx="70">
                  <c:v>22.49</c:v>
                </c:pt>
                <c:pt idx="71">
                  <c:v>21.79</c:v>
                </c:pt>
                <c:pt idx="72">
                  <c:v>30.4</c:v>
                </c:pt>
                <c:pt idx="73">
                  <c:v>25.37</c:v>
                </c:pt>
                <c:pt idx="74">
                  <c:v>32.5</c:v>
                </c:pt>
                <c:pt idx="75">
                  <c:v>40.72</c:v>
                </c:pt>
                <c:pt idx="76">
                  <c:v>39.87</c:v>
                </c:pt>
                <c:pt idx="77">
                  <c:v>25.49</c:v>
                </c:pt>
                <c:pt idx="78">
                  <c:v>22.46</c:v>
                </c:pt>
                <c:pt idx="79">
                  <c:v>20.47</c:v>
                </c:pt>
                <c:pt idx="80">
                  <c:v>19.94</c:v>
                </c:pt>
                <c:pt idx="81">
                  <c:v>23.66</c:v>
                </c:pt>
                <c:pt idx="82">
                  <c:v>28.8</c:v>
                </c:pt>
                <c:pt idx="83">
                  <c:v>22.17</c:v>
                </c:pt>
                <c:pt idx="84">
                  <c:v>30.23</c:v>
                </c:pt>
                <c:pt idx="85">
                  <c:v>29.77</c:v>
                </c:pt>
                <c:pt idx="86">
                  <c:v>29.14</c:v>
                </c:pt>
                <c:pt idx="87">
                  <c:v>25.55</c:v>
                </c:pt>
                <c:pt idx="88">
                  <c:v>30.69</c:v>
                </c:pt>
                <c:pt idx="89">
                  <c:v>32.1</c:v>
                </c:pt>
                <c:pt idx="90">
                  <c:v>39.7</c:v>
                </c:pt>
                <c:pt idx="91">
                  <c:v>39.87</c:v>
                </c:pt>
                <c:pt idx="92">
                  <c:v>36.33</c:v>
                </c:pt>
                <c:pt idx="93">
                  <c:v>29.47</c:v>
                </c:pt>
                <c:pt idx="94">
                  <c:v>25.73</c:v>
                </c:pt>
                <c:pt idx="95">
                  <c:v>31.39</c:v>
                </c:pt>
                <c:pt idx="96">
                  <c:v>43.02</c:v>
                </c:pt>
                <c:pt idx="97">
                  <c:v>33.72</c:v>
                </c:pt>
                <c:pt idx="98">
                  <c:v>33.06</c:v>
                </c:pt>
                <c:pt idx="99">
                  <c:v>26.51</c:v>
                </c:pt>
                <c:pt idx="100">
                  <c:v>22.9</c:v>
                </c:pt>
                <c:pt idx="101">
                  <c:v>20.2</c:v>
                </c:pt>
                <c:pt idx="102">
                  <c:v>26.1</c:v>
                </c:pt>
                <c:pt idx="103">
                  <c:v>27.53</c:v>
                </c:pt>
                <c:pt idx="104">
                  <c:v>35.21</c:v>
                </c:pt>
                <c:pt idx="105">
                  <c:v>34.91</c:v>
                </c:pt>
                <c:pt idx="106">
                  <c:v>43.9</c:v>
                </c:pt>
                <c:pt idx="107">
                  <c:v>35.33</c:v>
                </c:pt>
                <c:pt idx="108">
                  <c:v>34.75</c:v>
                </c:pt>
                <c:pt idx="109">
                  <c:v>27.51</c:v>
                </c:pt>
                <c:pt idx="110">
                  <c:v>21.84</c:v>
                </c:pt>
                <c:pt idx="111">
                  <c:v>28.54</c:v>
                </c:pt>
                <c:pt idx="112">
                  <c:v>30.07</c:v>
                </c:pt>
                <c:pt idx="113">
                  <c:v>27.37</c:v>
                </c:pt>
                <c:pt idx="114">
                  <c:v>30.51</c:v>
                </c:pt>
                <c:pt idx="115">
                  <c:v>30.22</c:v>
                </c:pt>
                <c:pt idx="116">
                  <c:v>32.84</c:v>
                </c:pt>
                <c:pt idx="117">
                  <c:v>29.07</c:v>
                </c:pt>
                <c:pt idx="118">
                  <c:v>33.74</c:v>
                </c:pt>
                <c:pt idx="119">
                  <c:v>22.22</c:v>
                </c:pt>
                <c:pt idx="120">
                  <c:v>24.98</c:v>
                </c:pt>
                <c:pt idx="121">
                  <c:v>25.67</c:v>
                </c:pt>
                <c:pt idx="122">
                  <c:v>28.65</c:v>
                </c:pt>
                <c:pt idx="123">
                  <c:v>21.64</c:v>
                </c:pt>
                <c:pt idx="124">
                  <c:v>24.03</c:v>
                </c:pt>
                <c:pt idx="125">
                  <c:v>30.94</c:v>
                </c:pt>
                <c:pt idx="126">
                  <c:v>28.11</c:v>
                </c:pt>
                <c:pt idx="127">
                  <c:v>17.88</c:v>
                </c:pt>
                <c:pt idx="128">
                  <c:v>22.59</c:v>
                </c:pt>
                <c:pt idx="129">
                  <c:v>28.08</c:v>
                </c:pt>
                <c:pt idx="130">
                  <c:v>30.93</c:v>
                </c:pt>
                <c:pt idx="131">
                  <c:v>34.26</c:v>
                </c:pt>
                <c:pt idx="132">
                  <c:v>39.07</c:v>
                </c:pt>
                <c:pt idx="133">
                  <c:v>33.03</c:v>
                </c:pt>
                <c:pt idx="134">
                  <c:v>19.69</c:v>
                </c:pt>
                <c:pt idx="135">
                  <c:v>19.66</c:v>
                </c:pt>
                <c:pt idx="136">
                  <c:v>26.19</c:v>
                </c:pt>
                <c:pt idx="137">
                  <c:v>31.23</c:v>
                </c:pt>
                <c:pt idx="138">
                  <c:v>28.83</c:v>
                </c:pt>
                <c:pt idx="139">
                  <c:v>31.01</c:v>
                </c:pt>
                <c:pt idx="140">
                  <c:v>33.97</c:v>
                </c:pt>
                <c:pt idx="141">
                  <c:v>31.8</c:v>
                </c:pt>
                <c:pt idx="142">
                  <c:v>27.47</c:v>
                </c:pt>
                <c:pt idx="143">
                  <c:v>29.17</c:v>
                </c:pt>
                <c:pt idx="144">
                  <c:v>17.44</c:v>
                </c:pt>
                <c:pt idx="145">
                  <c:v>23.08</c:v>
                </c:pt>
                <c:pt idx="146">
                  <c:v>34.05</c:v>
                </c:pt>
                <c:pt idx="147">
                  <c:v>36.39</c:v>
                </c:pt>
                <c:pt idx="148">
                  <c:v>31.17</c:v>
                </c:pt>
                <c:pt idx="149">
                  <c:v>46.56</c:v>
                </c:pt>
                <c:pt idx="150">
                  <c:v>27.63</c:v>
                </c:pt>
                <c:pt idx="151">
                  <c:v>22.44</c:v>
                </c:pt>
                <c:pt idx="152">
                  <c:v>28.44</c:v>
                </c:pt>
                <c:pt idx="153">
                  <c:v>27.02</c:v>
                </c:pt>
                <c:pt idx="154">
                  <c:v>33.45</c:v>
                </c:pt>
                <c:pt idx="155">
                  <c:v>30.18</c:v>
                </c:pt>
                <c:pt idx="156">
                  <c:v>29.7</c:v>
                </c:pt>
                <c:pt idx="157">
                  <c:v>34.92</c:v>
                </c:pt>
                <c:pt idx="158">
                  <c:v>26.95</c:v>
                </c:pt>
                <c:pt idx="159">
                  <c:v>24.02</c:v>
                </c:pt>
                <c:pt idx="160">
                  <c:v>15.99</c:v>
                </c:pt>
                <c:pt idx="161">
                  <c:v>26.32</c:v>
                </c:pt>
                <c:pt idx="162">
                  <c:v>29.95</c:v>
                </c:pt>
                <c:pt idx="163">
                  <c:v>34.24</c:v>
                </c:pt>
                <c:pt idx="164">
                  <c:v>25.38</c:v>
                </c:pt>
                <c:pt idx="165">
                  <c:v>27.1</c:v>
                </c:pt>
                <c:pt idx="166">
                  <c:v>38.1</c:v>
                </c:pt>
                <c:pt idx="167">
                  <c:v>33.71</c:v>
                </c:pt>
                <c:pt idx="168">
                  <c:v>35.7</c:v>
                </c:pt>
                <c:pt idx="169">
                  <c:v>31.35</c:v>
                </c:pt>
                <c:pt idx="170">
                  <c:v>30.88</c:v>
                </c:pt>
                <c:pt idx="171">
                  <c:v>18.41</c:v>
                </c:pt>
                <c:pt idx="172">
                  <c:v>21.51</c:v>
                </c:pt>
                <c:pt idx="173">
                  <c:v>27.63</c:v>
                </c:pt>
                <c:pt idx="174">
                  <c:v>31.08</c:v>
                </c:pt>
                <c:pt idx="175">
                  <c:v>32.66</c:v>
                </c:pt>
                <c:pt idx="176">
                  <c:v>20.35</c:v>
                </c:pt>
                <c:pt idx="177">
                  <c:v>23.96</c:v>
                </c:pt>
                <c:pt idx="178">
                  <c:v>22.4</c:v>
                </c:pt>
                <c:pt idx="179">
                  <c:v>21.91</c:v>
                </c:pt>
                <c:pt idx="180">
                  <c:v>26.96</c:v>
                </c:pt>
                <c:pt idx="181">
                  <c:v>34.93</c:v>
                </c:pt>
                <c:pt idx="182">
                  <c:v>24.98</c:v>
                </c:pt>
                <c:pt idx="183">
                  <c:v>27.57</c:v>
                </c:pt>
                <c:pt idx="184">
                  <c:v>31.63</c:v>
                </c:pt>
                <c:pt idx="185">
                  <c:v>25.81</c:v>
                </c:pt>
                <c:pt idx="186">
                  <c:v>19.22</c:v>
                </c:pt>
                <c:pt idx="187">
                  <c:v>13.11</c:v>
                </c:pt>
                <c:pt idx="188">
                  <c:v>14.34</c:v>
                </c:pt>
                <c:pt idx="189">
                  <c:v>14.26</c:v>
                </c:pt>
                <c:pt idx="190">
                  <c:v>15.36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 Prefill</c:v>
                </c:pt>
              </c:strCache>
            </c:strRef>
          </c:tx>
          <c:spPr>
            <a:solidFill>
              <a:srgbClr val="009E73"/>
            </a:solidFill>
            <a:ln w="28575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Sheet1!$A$2:$A$192</c:f>
              <c:numCache>
                <c:formatCode>General</c:formatCode>
                <c:ptCount val="191"/>
                <c:pt idx="0">
                  <c:v>6</c:v>
                </c:pt>
                <c:pt idx="1">
                  <c:v>34</c:v>
                </c:pt>
                <c:pt idx="2">
                  <c:v>62</c:v>
                </c:pt>
                <c:pt idx="3">
                  <c:v>90</c:v>
                </c:pt>
                <c:pt idx="4">
                  <c:v>118</c:v>
                </c:pt>
                <c:pt idx="5">
                  <c:v>146</c:v>
                </c:pt>
                <c:pt idx="6">
                  <c:v>174</c:v>
                </c:pt>
                <c:pt idx="7">
                  <c:v>202</c:v>
                </c:pt>
                <c:pt idx="8">
                  <c:v>230</c:v>
                </c:pt>
                <c:pt idx="9">
                  <c:v>258</c:v>
                </c:pt>
                <c:pt idx="10">
                  <c:v>286</c:v>
                </c:pt>
                <c:pt idx="11">
                  <c:v>314</c:v>
                </c:pt>
                <c:pt idx="12">
                  <c:v>342</c:v>
                </c:pt>
                <c:pt idx="13">
                  <c:v>370</c:v>
                </c:pt>
                <c:pt idx="14">
                  <c:v>398</c:v>
                </c:pt>
                <c:pt idx="15">
                  <c:v>426</c:v>
                </c:pt>
                <c:pt idx="16">
                  <c:v>454</c:v>
                </c:pt>
                <c:pt idx="17">
                  <c:v>482</c:v>
                </c:pt>
                <c:pt idx="18">
                  <c:v>510</c:v>
                </c:pt>
                <c:pt idx="19">
                  <c:v>538</c:v>
                </c:pt>
                <c:pt idx="20">
                  <c:v>566</c:v>
                </c:pt>
                <c:pt idx="21">
                  <c:v>594</c:v>
                </c:pt>
                <c:pt idx="22">
                  <c:v>622</c:v>
                </c:pt>
                <c:pt idx="23">
                  <c:v>650</c:v>
                </c:pt>
                <c:pt idx="24">
                  <c:v>678</c:v>
                </c:pt>
                <c:pt idx="25">
                  <c:v>706</c:v>
                </c:pt>
                <c:pt idx="26">
                  <c:v>734</c:v>
                </c:pt>
                <c:pt idx="27">
                  <c:v>762</c:v>
                </c:pt>
                <c:pt idx="28">
                  <c:v>790</c:v>
                </c:pt>
                <c:pt idx="29">
                  <c:v>818</c:v>
                </c:pt>
                <c:pt idx="30">
                  <c:v>846</c:v>
                </c:pt>
                <c:pt idx="31">
                  <c:v>874</c:v>
                </c:pt>
                <c:pt idx="32">
                  <c:v>902</c:v>
                </c:pt>
                <c:pt idx="33">
                  <c:v>930</c:v>
                </c:pt>
                <c:pt idx="34">
                  <c:v>958</c:v>
                </c:pt>
                <c:pt idx="35">
                  <c:v>986</c:v>
                </c:pt>
                <c:pt idx="36">
                  <c:v>1014</c:v>
                </c:pt>
                <c:pt idx="37">
                  <c:v>1042</c:v>
                </c:pt>
                <c:pt idx="38">
                  <c:v>1070</c:v>
                </c:pt>
                <c:pt idx="39">
                  <c:v>1098</c:v>
                </c:pt>
                <c:pt idx="40">
                  <c:v>1126</c:v>
                </c:pt>
                <c:pt idx="41">
                  <c:v>1154</c:v>
                </c:pt>
                <c:pt idx="42">
                  <c:v>1182</c:v>
                </c:pt>
                <c:pt idx="43">
                  <c:v>1210</c:v>
                </c:pt>
                <c:pt idx="44">
                  <c:v>1238</c:v>
                </c:pt>
                <c:pt idx="45">
                  <c:v>1266</c:v>
                </c:pt>
                <c:pt idx="46">
                  <c:v>1294</c:v>
                </c:pt>
                <c:pt idx="47">
                  <c:v>1322.1</c:v>
                </c:pt>
                <c:pt idx="48">
                  <c:v>1350.1</c:v>
                </c:pt>
                <c:pt idx="49">
                  <c:v>1378.1</c:v>
                </c:pt>
                <c:pt idx="50">
                  <c:v>1406.1</c:v>
                </c:pt>
                <c:pt idx="51">
                  <c:v>1434.1</c:v>
                </c:pt>
                <c:pt idx="52">
                  <c:v>1462.1</c:v>
                </c:pt>
                <c:pt idx="53">
                  <c:v>1490.1</c:v>
                </c:pt>
                <c:pt idx="54">
                  <c:v>1518.1</c:v>
                </c:pt>
                <c:pt idx="55">
                  <c:v>1546.1</c:v>
                </c:pt>
                <c:pt idx="56">
                  <c:v>1574.1</c:v>
                </c:pt>
                <c:pt idx="57">
                  <c:v>1602.1</c:v>
                </c:pt>
                <c:pt idx="58">
                  <c:v>1630.1</c:v>
                </c:pt>
                <c:pt idx="59">
                  <c:v>1658.1</c:v>
                </c:pt>
                <c:pt idx="60">
                  <c:v>1686.1</c:v>
                </c:pt>
                <c:pt idx="61">
                  <c:v>1714.1</c:v>
                </c:pt>
                <c:pt idx="62">
                  <c:v>1742.1</c:v>
                </c:pt>
                <c:pt idx="63">
                  <c:v>1770.1</c:v>
                </c:pt>
                <c:pt idx="64">
                  <c:v>1798.1</c:v>
                </c:pt>
                <c:pt idx="65">
                  <c:v>1826.1</c:v>
                </c:pt>
                <c:pt idx="66">
                  <c:v>1854.1</c:v>
                </c:pt>
                <c:pt idx="67">
                  <c:v>1882.1</c:v>
                </c:pt>
                <c:pt idx="68">
                  <c:v>1910.1</c:v>
                </c:pt>
                <c:pt idx="69">
                  <c:v>1938.1</c:v>
                </c:pt>
                <c:pt idx="70">
                  <c:v>1966.1</c:v>
                </c:pt>
                <c:pt idx="71">
                  <c:v>1994.1</c:v>
                </c:pt>
                <c:pt idx="72">
                  <c:v>2022.1</c:v>
                </c:pt>
                <c:pt idx="73">
                  <c:v>2050.1</c:v>
                </c:pt>
                <c:pt idx="74">
                  <c:v>2078.1</c:v>
                </c:pt>
                <c:pt idx="75">
                  <c:v>2106.1</c:v>
                </c:pt>
                <c:pt idx="76">
                  <c:v>2134.1</c:v>
                </c:pt>
                <c:pt idx="77">
                  <c:v>2162.1</c:v>
                </c:pt>
                <c:pt idx="78">
                  <c:v>2190.1</c:v>
                </c:pt>
                <c:pt idx="79">
                  <c:v>2218.1</c:v>
                </c:pt>
                <c:pt idx="80">
                  <c:v>2246.1</c:v>
                </c:pt>
                <c:pt idx="81">
                  <c:v>2274.1</c:v>
                </c:pt>
                <c:pt idx="82">
                  <c:v>2302.1</c:v>
                </c:pt>
                <c:pt idx="83">
                  <c:v>2330.1</c:v>
                </c:pt>
                <c:pt idx="84">
                  <c:v>2358.1</c:v>
                </c:pt>
                <c:pt idx="85">
                  <c:v>2386.1</c:v>
                </c:pt>
                <c:pt idx="86">
                  <c:v>2414.1</c:v>
                </c:pt>
                <c:pt idx="87">
                  <c:v>2442.1</c:v>
                </c:pt>
                <c:pt idx="88">
                  <c:v>2470.1</c:v>
                </c:pt>
                <c:pt idx="89">
                  <c:v>2498.1</c:v>
                </c:pt>
                <c:pt idx="90">
                  <c:v>2526.1</c:v>
                </c:pt>
                <c:pt idx="91">
                  <c:v>2554.1</c:v>
                </c:pt>
                <c:pt idx="92">
                  <c:v>2582.1</c:v>
                </c:pt>
                <c:pt idx="93">
                  <c:v>2610.1</c:v>
                </c:pt>
                <c:pt idx="94">
                  <c:v>2638.1</c:v>
                </c:pt>
                <c:pt idx="95">
                  <c:v>2666.1</c:v>
                </c:pt>
                <c:pt idx="96">
                  <c:v>2694.1</c:v>
                </c:pt>
                <c:pt idx="97">
                  <c:v>2722.1</c:v>
                </c:pt>
                <c:pt idx="98">
                  <c:v>2750.1</c:v>
                </c:pt>
                <c:pt idx="99">
                  <c:v>2778.1</c:v>
                </c:pt>
                <c:pt idx="100">
                  <c:v>2806.1</c:v>
                </c:pt>
                <c:pt idx="101">
                  <c:v>2834.1</c:v>
                </c:pt>
                <c:pt idx="102">
                  <c:v>2862.1</c:v>
                </c:pt>
                <c:pt idx="103">
                  <c:v>2890.1</c:v>
                </c:pt>
                <c:pt idx="104">
                  <c:v>2918.1</c:v>
                </c:pt>
                <c:pt idx="105">
                  <c:v>2946.1</c:v>
                </c:pt>
                <c:pt idx="106">
                  <c:v>2974.1</c:v>
                </c:pt>
                <c:pt idx="107">
                  <c:v>3002.1</c:v>
                </c:pt>
                <c:pt idx="108">
                  <c:v>3030.1</c:v>
                </c:pt>
                <c:pt idx="109">
                  <c:v>3058.1</c:v>
                </c:pt>
                <c:pt idx="110">
                  <c:v>3086.1</c:v>
                </c:pt>
                <c:pt idx="111">
                  <c:v>3114.1</c:v>
                </c:pt>
                <c:pt idx="112">
                  <c:v>3142.1</c:v>
                </c:pt>
                <c:pt idx="113">
                  <c:v>3170.1</c:v>
                </c:pt>
                <c:pt idx="114">
                  <c:v>3198.1</c:v>
                </c:pt>
                <c:pt idx="115">
                  <c:v>3226.1</c:v>
                </c:pt>
                <c:pt idx="116">
                  <c:v>3254.1</c:v>
                </c:pt>
                <c:pt idx="117">
                  <c:v>3282.1</c:v>
                </c:pt>
                <c:pt idx="118">
                  <c:v>3310.1</c:v>
                </c:pt>
                <c:pt idx="119">
                  <c:v>3338.1</c:v>
                </c:pt>
                <c:pt idx="120">
                  <c:v>3366.1</c:v>
                </c:pt>
                <c:pt idx="121">
                  <c:v>3394.1</c:v>
                </c:pt>
                <c:pt idx="122">
                  <c:v>3422.1</c:v>
                </c:pt>
                <c:pt idx="123">
                  <c:v>3450.1</c:v>
                </c:pt>
                <c:pt idx="124">
                  <c:v>3478.1</c:v>
                </c:pt>
                <c:pt idx="125">
                  <c:v>3506.1</c:v>
                </c:pt>
                <c:pt idx="126">
                  <c:v>3534.1</c:v>
                </c:pt>
                <c:pt idx="127">
                  <c:v>3562.1</c:v>
                </c:pt>
                <c:pt idx="128">
                  <c:v>3590.1</c:v>
                </c:pt>
                <c:pt idx="129">
                  <c:v>3618.1</c:v>
                </c:pt>
                <c:pt idx="130">
                  <c:v>3646.1</c:v>
                </c:pt>
                <c:pt idx="131">
                  <c:v>3674.1</c:v>
                </c:pt>
                <c:pt idx="132">
                  <c:v>3702.1</c:v>
                </c:pt>
                <c:pt idx="133">
                  <c:v>3730.1</c:v>
                </c:pt>
                <c:pt idx="134">
                  <c:v>3758.1</c:v>
                </c:pt>
                <c:pt idx="135">
                  <c:v>3786.1</c:v>
                </c:pt>
                <c:pt idx="136">
                  <c:v>3814.1</c:v>
                </c:pt>
                <c:pt idx="137">
                  <c:v>3842.1</c:v>
                </c:pt>
                <c:pt idx="138">
                  <c:v>3870.1</c:v>
                </c:pt>
                <c:pt idx="139">
                  <c:v>3898.1</c:v>
                </c:pt>
                <c:pt idx="140">
                  <c:v>3926.1</c:v>
                </c:pt>
                <c:pt idx="141">
                  <c:v>3954.1</c:v>
                </c:pt>
                <c:pt idx="142">
                  <c:v>3982.2</c:v>
                </c:pt>
                <c:pt idx="143">
                  <c:v>4010.2</c:v>
                </c:pt>
                <c:pt idx="144">
                  <c:v>4038.2</c:v>
                </c:pt>
                <c:pt idx="145">
                  <c:v>4066.2</c:v>
                </c:pt>
                <c:pt idx="146">
                  <c:v>4094.2</c:v>
                </c:pt>
                <c:pt idx="147">
                  <c:v>4122.2</c:v>
                </c:pt>
                <c:pt idx="148">
                  <c:v>4150.2</c:v>
                </c:pt>
                <c:pt idx="149">
                  <c:v>4178.2</c:v>
                </c:pt>
                <c:pt idx="150">
                  <c:v>4206.2</c:v>
                </c:pt>
                <c:pt idx="151">
                  <c:v>4234.2</c:v>
                </c:pt>
                <c:pt idx="152">
                  <c:v>4262.2</c:v>
                </c:pt>
                <c:pt idx="153">
                  <c:v>4290.2</c:v>
                </c:pt>
                <c:pt idx="154">
                  <c:v>4318.2</c:v>
                </c:pt>
                <c:pt idx="155">
                  <c:v>4346.2</c:v>
                </c:pt>
                <c:pt idx="156">
                  <c:v>4374.2</c:v>
                </c:pt>
                <c:pt idx="157">
                  <c:v>4402.2</c:v>
                </c:pt>
                <c:pt idx="158">
                  <c:v>4430.2</c:v>
                </c:pt>
                <c:pt idx="159">
                  <c:v>4458.2</c:v>
                </c:pt>
                <c:pt idx="160">
                  <c:v>4486.2</c:v>
                </c:pt>
                <c:pt idx="161">
                  <c:v>4514.2</c:v>
                </c:pt>
                <c:pt idx="162">
                  <c:v>4542.2</c:v>
                </c:pt>
                <c:pt idx="163">
                  <c:v>4570.2</c:v>
                </c:pt>
                <c:pt idx="164">
                  <c:v>4598.2</c:v>
                </c:pt>
                <c:pt idx="165">
                  <c:v>4626.2</c:v>
                </c:pt>
                <c:pt idx="166">
                  <c:v>4654.2</c:v>
                </c:pt>
                <c:pt idx="167">
                  <c:v>4682.2</c:v>
                </c:pt>
                <c:pt idx="168">
                  <c:v>4710.2</c:v>
                </c:pt>
                <c:pt idx="169">
                  <c:v>4738.2</c:v>
                </c:pt>
                <c:pt idx="170">
                  <c:v>4766.2</c:v>
                </c:pt>
                <c:pt idx="171">
                  <c:v>4794.2</c:v>
                </c:pt>
                <c:pt idx="172">
                  <c:v>4822.2</c:v>
                </c:pt>
                <c:pt idx="173">
                  <c:v>4850.2</c:v>
                </c:pt>
                <c:pt idx="174">
                  <c:v>4878.2</c:v>
                </c:pt>
                <c:pt idx="175">
                  <c:v>4906.2</c:v>
                </c:pt>
                <c:pt idx="176">
                  <c:v>4934.2</c:v>
                </c:pt>
                <c:pt idx="177">
                  <c:v>4962.2</c:v>
                </c:pt>
                <c:pt idx="178">
                  <c:v>4990.2</c:v>
                </c:pt>
                <c:pt idx="179">
                  <c:v>5018.2</c:v>
                </c:pt>
                <c:pt idx="180">
                  <c:v>5046.2</c:v>
                </c:pt>
                <c:pt idx="181">
                  <c:v>5074.2</c:v>
                </c:pt>
                <c:pt idx="182">
                  <c:v>5102.2</c:v>
                </c:pt>
                <c:pt idx="183">
                  <c:v>5130.2</c:v>
                </c:pt>
                <c:pt idx="184">
                  <c:v>5158.2</c:v>
                </c:pt>
                <c:pt idx="185">
                  <c:v>5186.2</c:v>
                </c:pt>
                <c:pt idx="186">
                  <c:v>5214.2</c:v>
                </c:pt>
                <c:pt idx="187">
                  <c:v>5242.2</c:v>
                </c:pt>
                <c:pt idx="188">
                  <c:v>5270.2</c:v>
                </c:pt>
                <c:pt idx="189">
                  <c:v>5298.2</c:v>
                </c:pt>
                <c:pt idx="190">
                  <c:v>5326.2</c:v>
                </c:pt>
              </c:numCache>
            </c:numRef>
          </c:xVal>
          <c:yVal>
            <c:numRef>
              <c:f>Sheet1!$D$2:$D$192</c:f>
              <c:numCache>
                <c:formatCode>General</c:formatCode>
                <c:ptCount val="191"/>
                <c:pt idx="0">
                  <c:v>47.84</c:v>
                </c:pt>
                <c:pt idx="1">
                  <c:v>84.06</c:v>
                </c:pt>
                <c:pt idx="2">
                  <c:v>81.94</c:v>
                </c:pt>
                <c:pt idx="3">
                  <c:v>82.51</c:v>
                </c:pt>
                <c:pt idx="4">
                  <c:v>68.25</c:v>
                </c:pt>
                <c:pt idx="5">
                  <c:v>89.09</c:v>
                </c:pt>
                <c:pt idx="6">
                  <c:v>78.04</c:v>
                </c:pt>
                <c:pt idx="7">
                  <c:v>71.92</c:v>
                </c:pt>
                <c:pt idx="8">
                  <c:v>77.68</c:v>
                </c:pt>
                <c:pt idx="9">
                  <c:v>90.37</c:v>
                </c:pt>
                <c:pt idx="10">
                  <c:v>93.32</c:v>
                </c:pt>
                <c:pt idx="11">
                  <c:v>94.71</c:v>
                </c:pt>
                <c:pt idx="12">
                  <c:v>84.88</c:v>
                </c:pt>
                <c:pt idx="13">
                  <c:v>94.4</c:v>
                </c:pt>
                <c:pt idx="14">
                  <c:v>78.73</c:v>
                </c:pt>
                <c:pt idx="15">
                  <c:v>75.93</c:v>
                </c:pt>
                <c:pt idx="16">
                  <c:v>91.02</c:v>
                </c:pt>
                <c:pt idx="17">
                  <c:v>91.4</c:v>
                </c:pt>
                <c:pt idx="18">
                  <c:v>93.97</c:v>
                </c:pt>
                <c:pt idx="19">
                  <c:v>77.29</c:v>
                </c:pt>
                <c:pt idx="20">
                  <c:v>88.97</c:v>
                </c:pt>
                <c:pt idx="21">
                  <c:v>63.78</c:v>
                </c:pt>
                <c:pt idx="22">
                  <c:v>87.26</c:v>
                </c:pt>
                <c:pt idx="23">
                  <c:v>75.68</c:v>
                </c:pt>
                <c:pt idx="24">
                  <c:v>59.68</c:v>
                </c:pt>
                <c:pt idx="25">
                  <c:v>71.89</c:v>
                </c:pt>
                <c:pt idx="26">
                  <c:v>85.77</c:v>
                </c:pt>
                <c:pt idx="27">
                  <c:v>80.66</c:v>
                </c:pt>
                <c:pt idx="28">
                  <c:v>85.16</c:v>
                </c:pt>
                <c:pt idx="29">
                  <c:v>84.91</c:v>
                </c:pt>
                <c:pt idx="30">
                  <c:v>87.01</c:v>
                </c:pt>
                <c:pt idx="31">
                  <c:v>81.85</c:v>
                </c:pt>
                <c:pt idx="32">
                  <c:v>74.49</c:v>
                </c:pt>
                <c:pt idx="33">
                  <c:v>72.98</c:v>
                </c:pt>
                <c:pt idx="34">
                  <c:v>80.03</c:v>
                </c:pt>
                <c:pt idx="35">
                  <c:v>76.33</c:v>
                </c:pt>
                <c:pt idx="36">
                  <c:v>84.85</c:v>
                </c:pt>
                <c:pt idx="37">
                  <c:v>90.69</c:v>
                </c:pt>
                <c:pt idx="38">
                  <c:v>71.88</c:v>
                </c:pt>
                <c:pt idx="39">
                  <c:v>67.27</c:v>
                </c:pt>
                <c:pt idx="40">
                  <c:v>78.95</c:v>
                </c:pt>
                <c:pt idx="41">
                  <c:v>68.46</c:v>
                </c:pt>
                <c:pt idx="42">
                  <c:v>83.36</c:v>
                </c:pt>
                <c:pt idx="43">
                  <c:v>86.14</c:v>
                </c:pt>
                <c:pt idx="44">
                  <c:v>92.74</c:v>
                </c:pt>
                <c:pt idx="45">
                  <c:v>79.19</c:v>
                </c:pt>
                <c:pt idx="46">
                  <c:v>78.52</c:v>
                </c:pt>
                <c:pt idx="47">
                  <c:v>80.18</c:v>
                </c:pt>
                <c:pt idx="48">
                  <c:v>79.91</c:v>
                </c:pt>
                <c:pt idx="49">
                  <c:v>78.32</c:v>
                </c:pt>
                <c:pt idx="50">
                  <c:v>81.14</c:v>
                </c:pt>
                <c:pt idx="51">
                  <c:v>77.88</c:v>
                </c:pt>
                <c:pt idx="52">
                  <c:v>90.48</c:v>
                </c:pt>
                <c:pt idx="53">
                  <c:v>78.09</c:v>
                </c:pt>
                <c:pt idx="54">
                  <c:v>85.13</c:v>
                </c:pt>
                <c:pt idx="55">
                  <c:v>90.49</c:v>
                </c:pt>
                <c:pt idx="56">
                  <c:v>91.85</c:v>
                </c:pt>
                <c:pt idx="57">
                  <c:v>87.24</c:v>
                </c:pt>
                <c:pt idx="58">
                  <c:v>76.68</c:v>
                </c:pt>
                <c:pt idx="59">
                  <c:v>89.37</c:v>
                </c:pt>
                <c:pt idx="60">
                  <c:v>89.08</c:v>
                </c:pt>
                <c:pt idx="61">
                  <c:v>85.55</c:v>
                </c:pt>
                <c:pt idx="62">
                  <c:v>67.01</c:v>
                </c:pt>
                <c:pt idx="63">
                  <c:v>78.31</c:v>
                </c:pt>
                <c:pt idx="64">
                  <c:v>80.88</c:v>
                </c:pt>
                <c:pt idx="65">
                  <c:v>89.87</c:v>
                </c:pt>
                <c:pt idx="66">
                  <c:v>78.37</c:v>
                </c:pt>
                <c:pt idx="67">
                  <c:v>70.79</c:v>
                </c:pt>
                <c:pt idx="68">
                  <c:v>78.74</c:v>
                </c:pt>
                <c:pt idx="69">
                  <c:v>81.47</c:v>
                </c:pt>
                <c:pt idx="70">
                  <c:v>86.06</c:v>
                </c:pt>
                <c:pt idx="71">
                  <c:v>73.77</c:v>
                </c:pt>
                <c:pt idx="72">
                  <c:v>72.43</c:v>
                </c:pt>
                <c:pt idx="73">
                  <c:v>76.11</c:v>
                </c:pt>
                <c:pt idx="74">
                  <c:v>84.93</c:v>
                </c:pt>
                <c:pt idx="75">
                  <c:v>73.63</c:v>
                </c:pt>
                <c:pt idx="76">
                  <c:v>74.54</c:v>
                </c:pt>
                <c:pt idx="77">
                  <c:v>78.58</c:v>
                </c:pt>
                <c:pt idx="78">
                  <c:v>79.3</c:v>
                </c:pt>
                <c:pt idx="79">
                  <c:v>91.63</c:v>
                </c:pt>
                <c:pt idx="80">
                  <c:v>87.29</c:v>
                </c:pt>
                <c:pt idx="81">
                  <c:v>92.29</c:v>
                </c:pt>
                <c:pt idx="82">
                  <c:v>84.97</c:v>
                </c:pt>
                <c:pt idx="83">
                  <c:v>92.39</c:v>
                </c:pt>
                <c:pt idx="84">
                  <c:v>92.98</c:v>
                </c:pt>
                <c:pt idx="85">
                  <c:v>80.82</c:v>
                </c:pt>
                <c:pt idx="86">
                  <c:v>60.69</c:v>
                </c:pt>
                <c:pt idx="87">
                  <c:v>66.34</c:v>
                </c:pt>
                <c:pt idx="88">
                  <c:v>60.58</c:v>
                </c:pt>
                <c:pt idx="89">
                  <c:v>69.22</c:v>
                </c:pt>
                <c:pt idx="90">
                  <c:v>63.14</c:v>
                </c:pt>
                <c:pt idx="91">
                  <c:v>69.19</c:v>
                </c:pt>
                <c:pt idx="92">
                  <c:v>85.18</c:v>
                </c:pt>
                <c:pt idx="93">
                  <c:v>71.94</c:v>
                </c:pt>
                <c:pt idx="94">
                  <c:v>81.66</c:v>
                </c:pt>
                <c:pt idx="95">
                  <c:v>82.04</c:v>
                </c:pt>
                <c:pt idx="96">
                  <c:v>74.32</c:v>
                </c:pt>
                <c:pt idx="97">
                  <c:v>82.75</c:v>
                </c:pt>
                <c:pt idx="98">
                  <c:v>96.16</c:v>
                </c:pt>
                <c:pt idx="99">
                  <c:v>82.69</c:v>
                </c:pt>
                <c:pt idx="100">
                  <c:v>83.99</c:v>
                </c:pt>
                <c:pt idx="101">
                  <c:v>74.51</c:v>
                </c:pt>
                <c:pt idx="102">
                  <c:v>70.24</c:v>
                </c:pt>
                <c:pt idx="103">
                  <c:v>79.51</c:v>
                </c:pt>
                <c:pt idx="104">
                  <c:v>84.33</c:v>
                </c:pt>
                <c:pt idx="105">
                  <c:v>79.8</c:v>
                </c:pt>
                <c:pt idx="106">
                  <c:v>86.33</c:v>
                </c:pt>
                <c:pt idx="107">
                  <c:v>89.45</c:v>
                </c:pt>
                <c:pt idx="108">
                  <c:v>74.7</c:v>
                </c:pt>
                <c:pt idx="109">
                  <c:v>74.91</c:v>
                </c:pt>
                <c:pt idx="110">
                  <c:v>76.75</c:v>
                </c:pt>
                <c:pt idx="111">
                  <c:v>78.33</c:v>
                </c:pt>
                <c:pt idx="112">
                  <c:v>73.74</c:v>
                </c:pt>
                <c:pt idx="113">
                  <c:v>83.8</c:v>
                </c:pt>
                <c:pt idx="114">
                  <c:v>57.09</c:v>
                </c:pt>
                <c:pt idx="115">
                  <c:v>87.76</c:v>
                </c:pt>
                <c:pt idx="116">
                  <c:v>88.36</c:v>
                </c:pt>
                <c:pt idx="117">
                  <c:v>75.29</c:v>
                </c:pt>
                <c:pt idx="118">
                  <c:v>80.55</c:v>
                </c:pt>
                <c:pt idx="119">
                  <c:v>84.1</c:v>
                </c:pt>
                <c:pt idx="120">
                  <c:v>77.63</c:v>
                </c:pt>
                <c:pt idx="121">
                  <c:v>80.91</c:v>
                </c:pt>
                <c:pt idx="122">
                  <c:v>89.67</c:v>
                </c:pt>
                <c:pt idx="123">
                  <c:v>62.65</c:v>
                </c:pt>
                <c:pt idx="124">
                  <c:v>68.4</c:v>
                </c:pt>
                <c:pt idx="125">
                  <c:v>77.63</c:v>
                </c:pt>
                <c:pt idx="126">
                  <c:v>71.35</c:v>
                </c:pt>
                <c:pt idx="127">
                  <c:v>79.84</c:v>
                </c:pt>
                <c:pt idx="128">
                  <c:v>89.51</c:v>
                </c:pt>
                <c:pt idx="129">
                  <c:v>88.7</c:v>
                </c:pt>
                <c:pt idx="130">
                  <c:v>81.2</c:v>
                </c:pt>
                <c:pt idx="131">
                  <c:v>76.73</c:v>
                </c:pt>
                <c:pt idx="132">
                  <c:v>73.37</c:v>
                </c:pt>
                <c:pt idx="133">
                  <c:v>72.43</c:v>
                </c:pt>
                <c:pt idx="134">
                  <c:v>68.84</c:v>
                </c:pt>
                <c:pt idx="135">
                  <c:v>69.86</c:v>
                </c:pt>
                <c:pt idx="136">
                  <c:v>80.87</c:v>
                </c:pt>
                <c:pt idx="137">
                  <c:v>87.66</c:v>
                </c:pt>
                <c:pt idx="138">
                  <c:v>90.19</c:v>
                </c:pt>
                <c:pt idx="139">
                  <c:v>79.48</c:v>
                </c:pt>
                <c:pt idx="140">
                  <c:v>90.61</c:v>
                </c:pt>
                <c:pt idx="141">
                  <c:v>93.19</c:v>
                </c:pt>
                <c:pt idx="142">
                  <c:v>79.92</c:v>
                </c:pt>
                <c:pt idx="143">
                  <c:v>85.42</c:v>
                </c:pt>
                <c:pt idx="144">
                  <c:v>70.1</c:v>
                </c:pt>
                <c:pt idx="145">
                  <c:v>80.36</c:v>
                </c:pt>
                <c:pt idx="146">
                  <c:v>85.39</c:v>
                </c:pt>
                <c:pt idx="147">
                  <c:v>91.38</c:v>
                </c:pt>
                <c:pt idx="148">
                  <c:v>96.01</c:v>
                </c:pt>
                <c:pt idx="149">
                  <c:v>77.31</c:v>
                </c:pt>
                <c:pt idx="150">
                  <c:v>72.41</c:v>
                </c:pt>
                <c:pt idx="151">
                  <c:v>67.33</c:v>
                </c:pt>
                <c:pt idx="152">
                  <c:v>75.53</c:v>
                </c:pt>
                <c:pt idx="153">
                  <c:v>84.57</c:v>
                </c:pt>
                <c:pt idx="154">
                  <c:v>83.6</c:v>
                </c:pt>
                <c:pt idx="155">
                  <c:v>74.57</c:v>
                </c:pt>
                <c:pt idx="156">
                  <c:v>87.57</c:v>
                </c:pt>
                <c:pt idx="157">
                  <c:v>88.39</c:v>
                </c:pt>
                <c:pt idx="158">
                  <c:v>81.4</c:v>
                </c:pt>
                <c:pt idx="159">
                  <c:v>69.54</c:v>
                </c:pt>
                <c:pt idx="160">
                  <c:v>68.04</c:v>
                </c:pt>
                <c:pt idx="161">
                  <c:v>73.73</c:v>
                </c:pt>
                <c:pt idx="162">
                  <c:v>89.61</c:v>
                </c:pt>
                <c:pt idx="163">
                  <c:v>69.41</c:v>
                </c:pt>
                <c:pt idx="164">
                  <c:v>69.63</c:v>
                </c:pt>
                <c:pt idx="165">
                  <c:v>67.97</c:v>
                </c:pt>
                <c:pt idx="166">
                  <c:v>66.26</c:v>
                </c:pt>
                <c:pt idx="167">
                  <c:v>79.07</c:v>
                </c:pt>
                <c:pt idx="168">
                  <c:v>83.41</c:v>
                </c:pt>
                <c:pt idx="169">
                  <c:v>73.84</c:v>
                </c:pt>
                <c:pt idx="170">
                  <c:v>81.9</c:v>
                </c:pt>
                <c:pt idx="171">
                  <c:v>73.99</c:v>
                </c:pt>
                <c:pt idx="172">
                  <c:v>82.21</c:v>
                </c:pt>
                <c:pt idx="173">
                  <c:v>67.83</c:v>
                </c:pt>
                <c:pt idx="174">
                  <c:v>61.09</c:v>
                </c:pt>
                <c:pt idx="175">
                  <c:v>74.49</c:v>
                </c:pt>
                <c:pt idx="176">
                  <c:v>83.88</c:v>
                </c:pt>
                <c:pt idx="177">
                  <c:v>70.91</c:v>
                </c:pt>
                <c:pt idx="178">
                  <c:v>80.48</c:v>
                </c:pt>
                <c:pt idx="179">
                  <c:v>74.59</c:v>
                </c:pt>
                <c:pt idx="180">
                  <c:v>85.62</c:v>
                </c:pt>
                <c:pt idx="181">
                  <c:v>73.5</c:v>
                </c:pt>
                <c:pt idx="182">
                  <c:v>79.63</c:v>
                </c:pt>
                <c:pt idx="183">
                  <c:v>81.74</c:v>
                </c:pt>
                <c:pt idx="184">
                  <c:v>79.06</c:v>
                </c:pt>
                <c:pt idx="185">
                  <c:v>77.66</c:v>
                </c:pt>
                <c:pt idx="186">
                  <c:v>81.8</c:v>
                </c:pt>
                <c:pt idx="187">
                  <c:v>72.74</c:v>
                </c:pt>
                <c:pt idx="188">
                  <c:v>79.37</c:v>
                </c:pt>
                <c:pt idx="189">
                  <c:v>71.72</c:v>
                </c:pt>
                <c:pt idx="190">
                  <c:v>52.12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Ours Decode</c:v>
                </c:pt>
              </c:strCache>
            </c:strRef>
          </c:tx>
          <c:spPr>
            <a:solidFill>
              <a:srgbClr val="7FD9BE"/>
            </a:solidFill>
            <a:ln w="28575" cap="flat">
              <a:solidFill>
                <a:srgbClr val="7FD9B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FD9BE"/>
              </a:solidFill>
              <a:ln w="9525" cap="flat">
                <a:solidFill>
                  <a:srgbClr val="7FD9BE"/>
                </a:solidFill>
                <a:prstDash val="solid"/>
                <a:round/>
              </a:ln>
              <a:effectLst/>
            </c:spPr>
          </c:marker>
          <c:xVal>
            <c:numRef>
              <c:f>Sheet1!$A$2:$A$192</c:f>
              <c:numCache>
                <c:formatCode>General</c:formatCode>
                <c:ptCount val="191"/>
                <c:pt idx="0">
                  <c:v>6</c:v>
                </c:pt>
                <c:pt idx="1">
                  <c:v>34</c:v>
                </c:pt>
                <c:pt idx="2">
                  <c:v>62</c:v>
                </c:pt>
                <c:pt idx="3">
                  <c:v>90</c:v>
                </c:pt>
                <c:pt idx="4">
                  <c:v>118</c:v>
                </c:pt>
                <c:pt idx="5">
                  <c:v>146</c:v>
                </c:pt>
                <c:pt idx="6">
                  <c:v>174</c:v>
                </c:pt>
                <c:pt idx="7">
                  <c:v>202</c:v>
                </c:pt>
                <c:pt idx="8">
                  <c:v>230</c:v>
                </c:pt>
                <c:pt idx="9">
                  <c:v>258</c:v>
                </c:pt>
                <c:pt idx="10">
                  <c:v>286</c:v>
                </c:pt>
                <c:pt idx="11">
                  <c:v>314</c:v>
                </c:pt>
                <c:pt idx="12">
                  <c:v>342</c:v>
                </c:pt>
                <c:pt idx="13">
                  <c:v>370</c:v>
                </c:pt>
                <c:pt idx="14">
                  <c:v>398</c:v>
                </c:pt>
                <c:pt idx="15">
                  <c:v>426</c:v>
                </c:pt>
                <c:pt idx="16">
                  <c:v>454</c:v>
                </c:pt>
                <c:pt idx="17">
                  <c:v>482</c:v>
                </c:pt>
                <c:pt idx="18">
                  <c:v>510</c:v>
                </c:pt>
                <c:pt idx="19">
                  <c:v>538</c:v>
                </c:pt>
                <c:pt idx="20">
                  <c:v>566</c:v>
                </c:pt>
                <c:pt idx="21">
                  <c:v>594</c:v>
                </c:pt>
                <c:pt idx="22">
                  <c:v>622</c:v>
                </c:pt>
                <c:pt idx="23">
                  <c:v>650</c:v>
                </c:pt>
                <c:pt idx="24">
                  <c:v>678</c:v>
                </c:pt>
                <c:pt idx="25">
                  <c:v>706</c:v>
                </c:pt>
                <c:pt idx="26">
                  <c:v>734</c:v>
                </c:pt>
                <c:pt idx="27">
                  <c:v>762</c:v>
                </c:pt>
                <c:pt idx="28">
                  <c:v>790</c:v>
                </c:pt>
                <c:pt idx="29">
                  <c:v>818</c:v>
                </c:pt>
                <c:pt idx="30">
                  <c:v>846</c:v>
                </c:pt>
                <c:pt idx="31">
                  <c:v>874</c:v>
                </c:pt>
                <c:pt idx="32">
                  <c:v>902</c:v>
                </c:pt>
                <c:pt idx="33">
                  <c:v>930</c:v>
                </c:pt>
                <c:pt idx="34">
                  <c:v>958</c:v>
                </c:pt>
                <c:pt idx="35">
                  <c:v>986</c:v>
                </c:pt>
                <c:pt idx="36">
                  <c:v>1014</c:v>
                </c:pt>
                <c:pt idx="37">
                  <c:v>1042</c:v>
                </c:pt>
                <c:pt idx="38">
                  <c:v>1070</c:v>
                </c:pt>
                <c:pt idx="39">
                  <c:v>1098</c:v>
                </c:pt>
                <c:pt idx="40">
                  <c:v>1126</c:v>
                </c:pt>
                <c:pt idx="41">
                  <c:v>1154</c:v>
                </c:pt>
                <c:pt idx="42">
                  <c:v>1182</c:v>
                </c:pt>
                <c:pt idx="43">
                  <c:v>1210</c:v>
                </c:pt>
                <c:pt idx="44">
                  <c:v>1238</c:v>
                </c:pt>
                <c:pt idx="45">
                  <c:v>1266</c:v>
                </c:pt>
                <c:pt idx="46">
                  <c:v>1294</c:v>
                </c:pt>
                <c:pt idx="47">
                  <c:v>1322.1</c:v>
                </c:pt>
                <c:pt idx="48">
                  <c:v>1350.1</c:v>
                </c:pt>
                <c:pt idx="49">
                  <c:v>1378.1</c:v>
                </c:pt>
                <c:pt idx="50">
                  <c:v>1406.1</c:v>
                </c:pt>
                <c:pt idx="51">
                  <c:v>1434.1</c:v>
                </c:pt>
                <c:pt idx="52">
                  <c:v>1462.1</c:v>
                </c:pt>
                <c:pt idx="53">
                  <c:v>1490.1</c:v>
                </c:pt>
                <c:pt idx="54">
                  <c:v>1518.1</c:v>
                </c:pt>
                <c:pt idx="55">
                  <c:v>1546.1</c:v>
                </c:pt>
                <c:pt idx="56">
                  <c:v>1574.1</c:v>
                </c:pt>
                <c:pt idx="57">
                  <c:v>1602.1</c:v>
                </c:pt>
                <c:pt idx="58">
                  <c:v>1630.1</c:v>
                </c:pt>
                <c:pt idx="59">
                  <c:v>1658.1</c:v>
                </c:pt>
                <c:pt idx="60">
                  <c:v>1686.1</c:v>
                </c:pt>
                <c:pt idx="61">
                  <c:v>1714.1</c:v>
                </c:pt>
                <c:pt idx="62">
                  <c:v>1742.1</c:v>
                </c:pt>
                <c:pt idx="63">
                  <c:v>1770.1</c:v>
                </c:pt>
                <c:pt idx="64">
                  <c:v>1798.1</c:v>
                </c:pt>
                <c:pt idx="65">
                  <c:v>1826.1</c:v>
                </c:pt>
                <c:pt idx="66">
                  <c:v>1854.1</c:v>
                </c:pt>
                <c:pt idx="67">
                  <c:v>1882.1</c:v>
                </c:pt>
                <c:pt idx="68">
                  <c:v>1910.1</c:v>
                </c:pt>
                <c:pt idx="69">
                  <c:v>1938.1</c:v>
                </c:pt>
                <c:pt idx="70">
                  <c:v>1966.1</c:v>
                </c:pt>
                <c:pt idx="71">
                  <c:v>1994.1</c:v>
                </c:pt>
                <c:pt idx="72">
                  <c:v>2022.1</c:v>
                </c:pt>
                <c:pt idx="73">
                  <c:v>2050.1</c:v>
                </c:pt>
                <c:pt idx="74">
                  <c:v>2078.1</c:v>
                </c:pt>
                <c:pt idx="75">
                  <c:v>2106.1</c:v>
                </c:pt>
                <c:pt idx="76">
                  <c:v>2134.1</c:v>
                </c:pt>
                <c:pt idx="77">
                  <c:v>2162.1</c:v>
                </c:pt>
                <c:pt idx="78">
                  <c:v>2190.1</c:v>
                </c:pt>
                <c:pt idx="79">
                  <c:v>2218.1</c:v>
                </c:pt>
                <c:pt idx="80">
                  <c:v>2246.1</c:v>
                </c:pt>
                <c:pt idx="81">
                  <c:v>2274.1</c:v>
                </c:pt>
                <c:pt idx="82">
                  <c:v>2302.1</c:v>
                </c:pt>
                <c:pt idx="83">
                  <c:v>2330.1</c:v>
                </c:pt>
                <c:pt idx="84">
                  <c:v>2358.1</c:v>
                </c:pt>
                <c:pt idx="85">
                  <c:v>2386.1</c:v>
                </c:pt>
                <c:pt idx="86">
                  <c:v>2414.1</c:v>
                </c:pt>
                <c:pt idx="87">
                  <c:v>2442.1</c:v>
                </c:pt>
                <c:pt idx="88">
                  <c:v>2470.1</c:v>
                </c:pt>
                <c:pt idx="89">
                  <c:v>2498.1</c:v>
                </c:pt>
                <c:pt idx="90">
                  <c:v>2526.1</c:v>
                </c:pt>
                <c:pt idx="91">
                  <c:v>2554.1</c:v>
                </c:pt>
                <c:pt idx="92">
                  <c:v>2582.1</c:v>
                </c:pt>
                <c:pt idx="93">
                  <c:v>2610.1</c:v>
                </c:pt>
                <c:pt idx="94">
                  <c:v>2638.1</c:v>
                </c:pt>
                <c:pt idx="95">
                  <c:v>2666.1</c:v>
                </c:pt>
                <c:pt idx="96">
                  <c:v>2694.1</c:v>
                </c:pt>
                <c:pt idx="97">
                  <c:v>2722.1</c:v>
                </c:pt>
                <c:pt idx="98">
                  <c:v>2750.1</c:v>
                </c:pt>
                <c:pt idx="99">
                  <c:v>2778.1</c:v>
                </c:pt>
                <c:pt idx="100">
                  <c:v>2806.1</c:v>
                </c:pt>
                <c:pt idx="101">
                  <c:v>2834.1</c:v>
                </c:pt>
                <c:pt idx="102">
                  <c:v>2862.1</c:v>
                </c:pt>
                <c:pt idx="103">
                  <c:v>2890.1</c:v>
                </c:pt>
                <c:pt idx="104">
                  <c:v>2918.1</c:v>
                </c:pt>
                <c:pt idx="105">
                  <c:v>2946.1</c:v>
                </c:pt>
                <c:pt idx="106">
                  <c:v>2974.1</c:v>
                </c:pt>
                <c:pt idx="107">
                  <c:v>3002.1</c:v>
                </c:pt>
                <c:pt idx="108">
                  <c:v>3030.1</c:v>
                </c:pt>
                <c:pt idx="109">
                  <c:v>3058.1</c:v>
                </c:pt>
                <c:pt idx="110">
                  <c:v>3086.1</c:v>
                </c:pt>
                <c:pt idx="111">
                  <c:v>3114.1</c:v>
                </c:pt>
                <c:pt idx="112">
                  <c:v>3142.1</c:v>
                </c:pt>
                <c:pt idx="113">
                  <c:v>3170.1</c:v>
                </c:pt>
                <c:pt idx="114">
                  <c:v>3198.1</c:v>
                </c:pt>
                <c:pt idx="115">
                  <c:v>3226.1</c:v>
                </c:pt>
                <c:pt idx="116">
                  <c:v>3254.1</c:v>
                </c:pt>
                <c:pt idx="117">
                  <c:v>3282.1</c:v>
                </c:pt>
                <c:pt idx="118">
                  <c:v>3310.1</c:v>
                </c:pt>
                <c:pt idx="119">
                  <c:v>3338.1</c:v>
                </c:pt>
                <c:pt idx="120">
                  <c:v>3366.1</c:v>
                </c:pt>
                <c:pt idx="121">
                  <c:v>3394.1</c:v>
                </c:pt>
                <c:pt idx="122">
                  <c:v>3422.1</c:v>
                </c:pt>
                <c:pt idx="123">
                  <c:v>3450.1</c:v>
                </c:pt>
                <c:pt idx="124">
                  <c:v>3478.1</c:v>
                </c:pt>
                <c:pt idx="125">
                  <c:v>3506.1</c:v>
                </c:pt>
                <c:pt idx="126">
                  <c:v>3534.1</c:v>
                </c:pt>
                <c:pt idx="127">
                  <c:v>3562.1</c:v>
                </c:pt>
                <c:pt idx="128">
                  <c:v>3590.1</c:v>
                </c:pt>
                <c:pt idx="129">
                  <c:v>3618.1</c:v>
                </c:pt>
                <c:pt idx="130">
                  <c:v>3646.1</c:v>
                </c:pt>
                <c:pt idx="131">
                  <c:v>3674.1</c:v>
                </c:pt>
                <c:pt idx="132">
                  <c:v>3702.1</c:v>
                </c:pt>
                <c:pt idx="133">
                  <c:v>3730.1</c:v>
                </c:pt>
                <c:pt idx="134">
                  <c:v>3758.1</c:v>
                </c:pt>
                <c:pt idx="135">
                  <c:v>3786.1</c:v>
                </c:pt>
                <c:pt idx="136">
                  <c:v>3814.1</c:v>
                </c:pt>
                <c:pt idx="137">
                  <c:v>3842.1</c:v>
                </c:pt>
                <c:pt idx="138">
                  <c:v>3870.1</c:v>
                </c:pt>
                <c:pt idx="139">
                  <c:v>3898.1</c:v>
                </c:pt>
                <c:pt idx="140">
                  <c:v>3926.1</c:v>
                </c:pt>
                <c:pt idx="141">
                  <c:v>3954.1</c:v>
                </c:pt>
                <c:pt idx="142">
                  <c:v>3982.2</c:v>
                </c:pt>
                <c:pt idx="143">
                  <c:v>4010.2</c:v>
                </c:pt>
                <c:pt idx="144">
                  <c:v>4038.2</c:v>
                </c:pt>
                <c:pt idx="145">
                  <c:v>4066.2</c:v>
                </c:pt>
                <c:pt idx="146">
                  <c:v>4094.2</c:v>
                </c:pt>
                <c:pt idx="147">
                  <c:v>4122.2</c:v>
                </c:pt>
                <c:pt idx="148">
                  <c:v>4150.2</c:v>
                </c:pt>
                <c:pt idx="149">
                  <c:v>4178.2</c:v>
                </c:pt>
                <c:pt idx="150">
                  <c:v>4206.2</c:v>
                </c:pt>
                <c:pt idx="151">
                  <c:v>4234.2</c:v>
                </c:pt>
                <c:pt idx="152">
                  <c:v>4262.2</c:v>
                </c:pt>
                <c:pt idx="153">
                  <c:v>4290.2</c:v>
                </c:pt>
                <c:pt idx="154">
                  <c:v>4318.2</c:v>
                </c:pt>
                <c:pt idx="155">
                  <c:v>4346.2</c:v>
                </c:pt>
                <c:pt idx="156">
                  <c:v>4374.2</c:v>
                </c:pt>
                <c:pt idx="157">
                  <c:v>4402.2</c:v>
                </c:pt>
                <c:pt idx="158">
                  <c:v>4430.2</c:v>
                </c:pt>
                <c:pt idx="159">
                  <c:v>4458.2</c:v>
                </c:pt>
                <c:pt idx="160">
                  <c:v>4486.2</c:v>
                </c:pt>
                <c:pt idx="161">
                  <c:v>4514.2</c:v>
                </c:pt>
                <c:pt idx="162">
                  <c:v>4542.2</c:v>
                </c:pt>
                <c:pt idx="163">
                  <c:v>4570.2</c:v>
                </c:pt>
                <c:pt idx="164">
                  <c:v>4598.2</c:v>
                </c:pt>
                <c:pt idx="165">
                  <c:v>4626.2</c:v>
                </c:pt>
                <c:pt idx="166">
                  <c:v>4654.2</c:v>
                </c:pt>
                <c:pt idx="167">
                  <c:v>4682.2</c:v>
                </c:pt>
                <c:pt idx="168">
                  <c:v>4710.2</c:v>
                </c:pt>
                <c:pt idx="169">
                  <c:v>4738.2</c:v>
                </c:pt>
                <c:pt idx="170">
                  <c:v>4766.2</c:v>
                </c:pt>
                <c:pt idx="171">
                  <c:v>4794.2</c:v>
                </c:pt>
                <c:pt idx="172">
                  <c:v>4822.2</c:v>
                </c:pt>
                <c:pt idx="173">
                  <c:v>4850.2</c:v>
                </c:pt>
                <c:pt idx="174">
                  <c:v>4878.2</c:v>
                </c:pt>
                <c:pt idx="175">
                  <c:v>4906.2</c:v>
                </c:pt>
                <c:pt idx="176">
                  <c:v>4934.2</c:v>
                </c:pt>
                <c:pt idx="177">
                  <c:v>4962.2</c:v>
                </c:pt>
                <c:pt idx="178">
                  <c:v>4990.2</c:v>
                </c:pt>
                <c:pt idx="179">
                  <c:v>5018.2</c:v>
                </c:pt>
                <c:pt idx="180">
                  <c:v>5046.2</c:v>
                </c:pt>
                <c:pt idx="181">
                  <c:v>5074.2</c:v>
                </c:pt>
                <c:pt idx="182">
                  <c:v>5102.2</c:v>
                </c:pt>
                <c:pt idx="183">
                  <c:v>5130.2</c:v>
                </c:pt>
                <c:pt idx="184">
                  <c:v>5158.2</c:v>
                </c:pt>
                <c:pt idx="185">
                  <c:v>5186.2</c:v>
                </c:pt>
                <c:pt idx="186">
                  <c:v>5214.2</c:v>
                </c:pt>
                <c:pt idx="187">
                  <c:v>5242.2</c:v>
                </c:pt>
                <c:pt idx="188">
                  <c:v>5270.2</c:v>
                </c:pt>
                <c:pt idx="189">
                  <c:v>5298.2</c:v>
                </c:pt>
                <c:pt idx="190">
                  <c:v>5326.2</c:v>
                </c:pt>
              </c:numCache>
            </c:numRef>
          </c:xVal>
          <c:yVal>
            <c:numRef>
              <c:f>Sheet1!$E$2:$E$192</c:f>
              <c:numCache>
                <c:formatCode>General</c:formatCode>
                <c:ptCount val="191"/>
                <c:pt idx="0">
                  <c:v>12.05</c:v>
                </c:pt>
                <c:pt idx="1">
                  <c:v>18.73</c:v>
                </c:pt>
                <c:pt idx="2">
                  <c:v>22.07</c:v>
                </c:pt>
                <c:pt idx="3">
                  <c:v>23.97</c:v>
                </c:pt>
                <c:pt idx="4">
                  <c:v>20.53</c:v>
                </c:pt>
                <c:pt idx="5">
                  <c:v>30.31</c:v>
                </c:pt>
                <c:pt idx="6">
                  <c:v>26.64</c:v>
                </c:pt>
                <c:pt idx="7">
                  <c:v>24.4</c:v>
                </c:pt>
                <c:pt idx="8">
                  <c:v>21.95</c:v>
                </c:pt>
                <c:pt idx="9">
                  <c:v>24.92</c:v>
                </c:pt>
                <c:pt idx="10">
                  <c:v>36.32</c:v>
                </c:pt>
                <c:pt idx="11">
                  <c:v>22.53</c:v>
                </c:pt>
                <c:pt idx="12">
                  <c:v>28.15</c:v>
                </c:pt>
                <c:pt idx="13">
                  <c:v>28.32</c:v>
                </c:pt>
                <c:pt idx="14">
                  <c:v>22.18</c:v>
                </c:pt>
                <c:pt idx="15">
                  <c:v>26.62</c:v>
                </c:pt>
                <c:pt idx="16">
                  <c:v>27.73</c:v>
                </c:pt>
                <c:pt idx="17">
                  <c:v>27.12</c:v>
                </c:pt>
                <c:pt idx="18">
                  <c:v>21.46</c:v>
                </c:pt>
                <c:pt idx="19">
                  <c:v>23.85</c:v>
                </c:pt>
                <c:pt idx="20">
                  <c:v>22.54</c:v>
                </c:pt>
                <c:pt idx="21">
                  <c:v>28.14</c:v>
                </c:pt>
                <c:pt idx="22">
                  <c:v>37.56</c:v>
                </c:pt>
                <c:pt idx="23">
                  <c:v>36.56</c:v>
                </c:pt>
                <c:pt idx="24">
                  <c:v>35.87</c:v>
                </c:pt>
                <c:pt idx="25">
                  <c:v>32.59</c:v>
                </c:pt>
                <c:pt idx="26">
                  <c:v>28.41</c:v>
                </c:pt>
                <c:pt idx="27">
                  <c:v>28.68</c:v>
                </c:pt>
                <c:pt idx="28">
                  <c:v>21.38</c:v>
                </c:pt>
                <c:pt idx="29">
                  <c:v>26.48</c:v>
                </c:pt>
                <c:pt idx="30">
                  <c:v>19.92</c:v>
                </c:pt>
                <c:pt idx="31">
                  <c:v>18.16</c:v>
                </c:pt>
                <c:pt idx="32">
                  <c:v>24.49</c:v>
                </c:pt>
                <c:pt idx="33">
                  <c:v>31.69</c:v>
                </c:pt>
                <c:pt idx="34">
                  <c:v>36.07</c:v>
                </c:pt>
                <c:pt idx="35">
                  <c:v>29.82</c:v>
                </c:pt>
                <c:pt idx="36">
                  <c:v>30.19</c:v>
                </c:pt>
                <c:pt idx="37">
                  <c:v>27.5</c:v>
                </c:pt>
                <c:pt idx="38">
                  <c:v>26.3</c:v>
                </c:pt>
                <c:pt idx="39">
                  <c:v>32.12</c:v>
                </c:pt>
                <c:pt idx="40">
                  <c:v>26.67</c:v>
                </c:pt>
                <c:pt idx="41">
                  <c:v>26.02</c:v>
                </c:pt>
                <c:pt idx="42">
                  <c:v>26.93</c:v>
                </c:pt>
                <c:pt idx="43">
                  <c:v>28.7</c:v>
                </c:pt>
                <c:pt idx="44">
                  <c:v>29.55</c:v>
                </c:pt>
                <c:pt idx="45">
                  <c:v>32.17</c:v>
                </c:pt>
                <c:pt idx="46">
                  <c:v>34.05</c:v>
                </c:pt>
                <c:pt idx="47">
                  <c:v>34.8</c:v>
                </c:pt>
                <c:pt idx="48">
                  <c:v>27.07</c:v>
                </c:pt>
                <c:pt idx="49">
                  <c:v>21.44</c:v>
                </c:pt>
                <c:pt idx="50">
                  <c:v>27.84</c:v>
                </c:pt>
                <c:pt idx="51">
                  <c:v>36.44</c:v>
                </c:pt>
                <c:pt idx="52">
                  <c:v>36.74</c:v>
                </c:pt>
                <c:pt idx="53">
                  <c:v>35.66</c:v>
                </c:pt>
                <c:pt idx="54">
                  <c:v>26.6</c:v>
                </c:pt>
                <c:pt idx="55">
                  <c:v>29.95</c:v>
                </c:pt>
                <c:pt idx="56">
                  <c:v>25.19</c:v>
                </c:pt>
                <c:pt idx="57">
                  <c:v>31.64</c:v>
                </c:pt>
                <c:pt idx="58">
                  <c:v>27.61</c:v>
                </c:pt>
                <c:pt idx="59">
                  <c:v>26.87</c:v>
                </c:pt>
                <c:pt idx="60">
                  <c:v>37.18</c:v>
                </c:pt>
                <c:pt idx="61">
                  <c:v>39.47</c:v>
                </c:pt>
                <c:pt idx="62">
                  <c:v>30.5</c:v>
                </c:pt>
                <c:pt idx="63">
                  <c:v>29.36</c:v>
                </c:pt>
                <c:pt idx="64">
                  <c:v>28.43</c:v>
                </c:pt>
                <c:pt idx="65">
                  <c:v>31.35</c:v>
                </c:pt>
                <c:pt idx="66">
                  <c:v>24.31</c:v>
                </c:pt>
                <c:pt idx="67">
                  <c:v>34.56</c:v>
                </c:pt>
                <c:pt idx="68">
                  <c:v>22.89</c:v>
                </c:pt>
                <c:pt idx="69">
                  <c:v>22.29</c:v>
                </c:pt>
                <c:pt idx="70">
                  <c:v>26.33</c:v>
                </c:pt>
                <c:pt idx="71">
                  <c:v>28.1</c:v>
                </c:pt>
                <c:pt idx="72">
                  <c:v>28.01</c:v>
                </c:pt>
                <c:pt idx="73">
                  <c:v>33.91</c:v>
                </c:pt>
                <c:pt idx="74">
                  <c:v>27.39</c:v>
                </c:pt>
                <c:pt idx="75">
                  <c:v>23.21</c:v>
                </c:pt>
                <c:pt idx="76">
                  <c:v>24.53</c:v>
                </c:pt>
                <c:pt idx="77">
                  <c:v>23.69</c:v>
                </c:pt>
                <c:pt idx="78">
                  <c:v>27.73</c:v>
                </c:pt>
                <c:pt idx="79">
                  <c:v>26.46</c:v>
                </c:pt>
                <c:pt idx="80">
                  <c:v>18.98</c:v>
                </c:pt>
                <c:pt idx="81">
                  <c:v>32.85</c:v>
                </c:pt>
                <c:pt idx="82">
                  <c:v>37.18</c:v>
                </c:pt>
                <c:pt idx="83">
                  <c:v>36.83</c:v>
                </c:pt>
                <c:pt idx="84">
                  <c:v>25.42</c:v>
                </c:pt>
                <c:pt idx="85">
                  <c:v>21.45</c:v>
                </c:pt>
                <c:pt idx="86">
                  <c:v>20.86</c:v>
                </c:pt>
                <c:pt idx="87">
                  <c:v>28.9</c:v>
                </c:pt>
                <c:pt idx="88">
                  <c:v>33.31</c:v>
                </c:pt>
                <c:pt idx="89">
                  <c:v>27.01</c:v>
                </c:pt>
                <c:pt idx="90">
                  <c:v>26.94</c:v>
                </c:pt>
                <c:pt idx="91">
                  <c:v>34.8</c:v>
                </c:pt>
                <c:pt idx="92">
                  <c:v>31.46</c:v>
                </c:pt>
                <c:pt idx="93">
                  <c:v>28.29</c:v>
                </c:pt>
                <c:pt idx="94">
                  <c:v>22.35</c:v>
                </c:pt>
                <c:pt idx="95">
                  <c:v>26.62</c:v>
                </c:pt>
                <c:pt idx="96">
                  <c:v>32.02</c:v>
                </c:pt>
                <c:pt idx="97">
                  <c:v>19.86</c:v>
                </c:pt>
                <c:pt idx="98">
                  <c:v>20.82</c:v>
                </c:pt>
                <c:pt idx="99">
                  <c:v>24.33</c:v>
                </c:pt>
                <c:pt idx="100">
                  <c:v>31.63</c:v>
                </c:pt>
                <c:pt idx="101">
                  <c:v>34.51</c:v>
                </c:pt>
                <c:pt idx="102">
                  <c:v>43.09</c:v>
                </c:pt>
                <c:pt idx="103">
                  <c:v>35.69</c:v>
                </c:pt>
                <c:pt idx="104">
                  <c:v>28.64</c:v>
                </c:pt>
                <c:pt idx="105">
                  <c:v>14.96</c:v>
                </c:pt>
                <c:pt idx="106">
                  <c:v>22.18</c:v>
                </c:pt>
                <c:pt idx="107">
                  <c:v>24.74</c:v>
                </c:pt>
                <c:pt idx="108">
                  <c:v>33.31</c:v>
                </c:pt>
                <c:pt idx="109">
                  <c:v>37.83</c:v>
                </c:pt>
                <c:pt idx="110">
                  <c:v>31.06</c:v>
                </c:pt>
                <c:pt idx="111">
                  <c:v>40.43</c:v>
                </c:pt>
                <c:pt idx="112">
                  <c:v>49.11</c:v>
                </c:pt>
                <c:pt idx="113">
                  <c:v>40.38</c:v>
                </c:pt>
                <c:pt idx="114">
                  <c:v>30.04</c:v>
                </c:pt>
                <c:pt idx="115">
                  <c:v>26.71</c:v>
                </c:pt>
                <c:pt idx="116">
                  <c:v>23.27</c:v>
                </c:pt>
                <c:pt idx="117">
                  <c:v>30.52</c:v>
                </c:pt>
                <c:pt idx="118">
                  <c:v>27.22</c:v>
                </c:pt>
                <c:pt idx="119">
                  <c:v>27.46</c:v>
                </c:pt>
                <c:pt idx="120">
                  <c:v>33</c:v>
                </c:pt>
                <c:pt idx="121">
                  <c:v>24.43</c:v>
                </c:pt>
                <c:pt idx="122">
                  <c:v>24.31</c:v>
                </c:pt>
                <c:pt idx="123">
                  <c:v>28.47</c:v>
                </c:pt>
                <c:pt idx="124">
                  <c:v>29.04</c:v>
                </c:pt>
                <c:pt idx="125">
                  <c:v>36.03</c:v>
                </c:pt>
                <c:pt idx="126">
                  <c:v>27.53</c:v>
                </c:pt>
                <c:pt idx="127">
                  <c:v>27.65</c:v>
                </c:pt>
                <c:pt idx="128">
                  <c:v>26.96</c:v>
                </c:pt>
                <c:pt idx="129">
                  <c:v>30.08</c:v>
                </c:pt>
                <c:pt idx="130">
                  <c:v>26.42</c:v>
                </c:pt>
                <c:pt idx="131">
                  <c:v>16.86</c:v>
                </c:pt>
                <c:pt idx="132">
                  <c:v>19.75</c:v>
                </c:pt>
                <c:pt idx="133">
                  <c:v>25.73</c:v>
                </c:pt>
                <c:pt idx="134">
                  <c:v>25.73</c:v>
                </c:pt>
                <c:pt idx="135">
                  <c:v>26.07</c:v>
                </c:pt>
                <c:pt idx="136">
                  <c:v>23.91</c:v>
                </c:pt>
                <c:pt idx="137">
                  <c:v>16.98</c:v>
                </c:pt>
                <c:pt idx="138">
                  <c:v>25.82</c:v>
                </c:pt>
                <c:pt idx="139">
                  <c:v>35.26</c:v>
                </c:pt>
                <c:pt idx="140">
                  <c:v>35.18</c:v>
                </c:pt>
                <c:pt idx="141">
                  <c:v>22.5</c:v>
                </c:pt>
                <c:pt idx="142">
                  <c:v>19.1</c:v>
                </c:pt>
                <c:pt idx="143">
                  <c:v>20.91</c:v>
                </c:pt>
                <c:pt idx="144">
                  <c:v>28.86</c:v>
                </c:pt>
                <c:pt idx="145">
                  <c:v>34.56</c:v>
                </c:pt>
                <c:pt idx="146">
                  <c:v>37.39</c:v>
                </c:pt>
                <c:pt idx="147">
                  <c:v>25.29</c:v>
                </c:pt>
                <c:pt idx="148">
                  <c:v>31.78</c:v>
                </c:pt>
                <c:pt idx="149">
                  <c:v>19.15</c:v>
                </c:pt>
                <c:pt idx="150">
                  <c:v>19.58</c:v>
                </c:pt>
                <c:pt idx="151">
                  <c:v>41.75</c:v>
                </c:pt>
                <c:pt idx="152">
                  <c:v>36.09</c:v>
                </c:pt>
                <c:pt idx="153">
                  <c:v>42.55</c:v>
                </c:pt>
                <c:pt idx="154">
                  <c:v>41.38</c:v>
                </c:pt>
                <c:pt idx="155">
                  <c:v>40.11</c:v>
                </c:pt>
                <c:pt idx="156">
                  <c:v>33.77</c:v>
                </c:pt>
                <c:pt idx="157">
                  <c:v>28.36</c:v>
                </c:pt>
                <c:pt idx="158">
                  <c:v>26.43</c:v>
                </c:pt>
                <c:pt idx="159">
                  <c:v>34.57</c:v>
                </c:pt>
                <c:pt idx="160">
                  <c:v>28.76</c:v>
                </c:pt>
                <c:pt idx="161">
                  <c:v>33.37</c:v>
                </c:pt>
                <c:pt idx="162">
                  <c:v>23.88</c:v>
                </c:pt>
                <c:pt idx="163">
                  <c:v>25.32</c:v>
                </c:pt>
                <c:pt idx="164">
                  <c:v>24.26</c:v>
                </c:pt>
                <c:pt idx="165">
                  <c:v>29.57</c:v>
                </c:pt>
                <c:pt idx="166">
                  <c:v>23.75</c:v>
                </c:pt>
                <c:pt idx="167">
                  <c:v>39.95</c:v>
                </c:pt>
                <c:pt idx="168">
                  <c:v>24.85</c:v>
                </c:pt>
                <c:pt idx="169">
                  <c:v>26.76</c:v>
                </c:pt>
                <c:pt idx="170">
                  <c:v>29.66</c:v>
                </c:pt>
                <c:pt idx="171">
                  <c:v>33.56</c:v>
                </c:pt>
                <c:pt idx="172">
                  <c:v>19.58</c:v>
                </c:pt>
                <c:pt idx="173">
                  <c:v>29.38</c:v>
                </c:pt>
                <c:pt idx="174">
                  <c:v>31.25</c:v>
                </c:pt>
                <c:pt idx="175">
                  <c:v>23.38</c:v>
                </c:pt>
                <c:pt idx="176">
                  <c:v>16.98</c:v>
                </c:pt>
                <c:pt idx="177">
                  <c:v>22.01</c:v>
                </c:pt>
                <c:pt idx="178">
                  <c:v>27.23</c:v>
                </c:pt>
                <c:pt idx="179">
                  <c:v>33.07</c:v>
                </c:pt>
                <c:pt idx="180">
                  <c:v>37.24</c:v>
                </c:pt>
                <c:pt idx="181">
                  <c:v>24.63</c:v>
                </c:pt>
                <c:pt idx="182">
                  <c:v>30</c:v>
                </c:pt>
                <c:pt idx="183">
                  <c:v>34.4</c:v>
                </c:pt>
                <c:pt idx="184">
                  <c:v>23.73</c:v>
                </c:pt>
                <c:pt idx="185">
                  <c:v>16.32</c:v>
                </c:pt>
                <c:pt idx="186">
                  <c:v>23.81</c:v>
                </c:pt>
                <c:pt idx="187">
                  <c:v>26.03</c:v>
                </c:pt>
                <c:pt idx="188">
                  <c:v>23.35</c:v>
                </c:pt>
                <c:pt idx="189">
                  <c:v>21.45</c:v>
                </c:pt>
                <c:pt idx="190">
                  <c:v>18.59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000000"/>
                    </a:solidFill>
                    <a:latin typeface="Times New Roman"/>
                  </a:rPr>
                  <a:t>KV pool occupancy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SGLang Prefill</c:v>
                </c:pt>
              </c:strCache>
            </c:strRef>
          </c:tx>
          <c:spPr>
            <a:solidFill>
              <a:srgbClr val="0072B2"/>
            </a:solidFill>
            <a:ln w="28575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  <c:pt idx="7">
                  <c:v>20</c:v>
                </c:pt>
                <c:pt idx="8">
                  <c:v>22</c:v>
                </c:pt>
                <c:pt idx="9">
                  <c:v>24</c:v>
                </c:pt>
                <c:pt idx="10">
                  <c:v>26</c:v>
                </c:pt>
                <c:pt idx="11">
                  <c:v>28</c:v>
                </c:pt>
                <c:pt idx="12">
                  <c:v>30</c:v>
                </c:pt>
                <c:pt idx="13">
                  <c:v>32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42</c:v>
                </c:pt>
                <c:pt idx="19">
                  <c:v>44</c:v>
                </c:pt>
                <c:pt idx="20">
                  <c:v>46</c:v>
                </c:pt>
                <c:pt idx="21">
                  <c:v>48</c:v>
                </c:pt>
                <c:pt idx="22">
                  <c:v>50</c:v>
                </c:pt>
                <c:pt idx="23">
                  <c:v>52</c:v>
                </c:pt>
                <c:pt idx="24">
                  <c:v>54</c:v>
                </c:pt>
                <c:pt idx="25">
                  <c:v>56</c:v>
                </c:pt>
                <c:pt idx="26">
                  <c:v>58</c:v>
                </c:pt>
                <c:pt idx="27">
                  <c:v>60</c:v>
                </c:pt>
                <c:pt idx="28">
                  <c:v>62</c:v>
                </c:pt>
                <c:pt idx="29">
                  <c:v>64</c:v>
                </c:pt>
                <c:pt idx="30">
                  <c:v>66</c:v>
                </c:pt>
                <c:pt idx="31">
                  <c:v>68</c:v>
                </c:pt>
                <c:pt idx="32">
                  <c:v>70</c:v>
                </c:pt>
                <c:pt idx="33">
                  <c:v>72</c:v>
                </c:pt>
                <c:pt idx="34">
                  <c:v>74</c:v>
                </c:pt>
                <c:pt idx="35">
                  <c:v>76</c:v>
                </c:pt>
                <c:pt idx="36">
                  <c:v>78</c:v>
                </c:pt>
                <c:pt idx="37">
                  <c:v>80</c:v>
                </c:pt>
                <c:pt idx="38">
                  <c:v>82</c:v>
                </c:pt>
                <c:pt idx="39">
                  <c:v>84</c:v>
                </c:pt>
                <c:pt idx="40">
                  <c:v>86</c:v>
                </c:pt>
                <c:pt idx="41">
                  <c:v>88</c:v>
                </c:pt>
                <c:pt idx="42">
                  <c:v>90</c:v>
                </c:pt>
                <c:pt idx="43">
                  <c:v>92</c:v>
                </c:pt>
                <c:pt idx="44">
                  <c:v>94</c:v>
                </c:pt>
                <c:pt idx="45">
                  <c:v>96</c:v>
                </c:pt>
                <c:pt idx="46">
                  <c:v>98</c:v>
                </c:pt>
                <c:pt idx="47">
                  <c:v>100</c:v>
                </c:pt>
                <c:pt idx="48">
                  <c:v>102</c:v>
                </c:pt>
                <c:pt idx="49">
                  <c:v>104</c:v>
                </c:pt>
                <c:pt idx="50">
                  <c:v>106</c:v>
                </c:pt>
                <c:pt idx="51">
                  <c:v>108</c:v>
                </c:pt>
                <c:pt idx="52">
                  <c:v>110</c:v>
                </c:pt>
                <c:pt idx="53">
                  <c:v>112</c:v>
                </c:pt>
                <c:pt idx="54">
                  <c:v>114</c:v>
                </c:pt>
                <c:pt idx="55">
                  <c:v>116</c:v>
                </c:pt>
                <c:pt idx="56">
                  <c:v>118</c:v>
                </c:pt>
                <c:pt idx="57">
                  <c:v>120</c:v>
                </c:pt>
                <c:pt idx="58">
                  <c:v>122</c:v>
                </c:pt>
                <c:pt idx="59">
                  <c:v>124</c:v>
                </c:pt>
                <c:pt idx="60">
                  <c:v>126</c:v>
                </c:pt>
                <c:pt idx="61">
                  <c:v>128</c:v>
                </c:pt>
                <c:pt idx="62">
                  <c:v>130</c:v>
                </c:pt>
                <c:pt idx="63">
                  <c:v>132</c:v>
                </c:pt>
                <c:pt idx="64">
                  <c:v>134</c:v>
                </c:pt>
                <c:pt idx="65">
                  <c:v>136</c:v>
                </c:pt>
                <c:pt idx="66">
                  <c:v>138</c:v>
                </c:pt>
                <c:pt idx="67">
                  <c:v>140</c:v>
                </c:pt>
                <c:pt idx="68">
                  <c:v>142</c:v>
                </c:pt>
                <c:pt idx="69">
                  <c:v>144</c:v>
                </c:pt>
                <c:pt idx="70">
                  <c:v>146</c:v>
                </c:pt>
                <c:pt idx="71">
                  <c:v>148</c:v>
                </c:pt>
                <c:pt idx="72">
                  <c:v>150</c:v>
                </c:pt>
                <c:pt idx="73">
                  <c:v>152</c:v>
                </c:pt>
                <c:pt idx="74">
                  <c:v>154</c:v>
                </c:pt>
                <c:pt idx="75">
                  <c:v>156</c:v>
                </c:pt>
                <c:pt idx="76">
                  <c:v>158</c:v>
                </c:pt>
                <c:pt idx="77">
                  <c:v>160</c:v>
                </c:pt>
                <c:pt idx="78">
                  <c:v>162</c:v>
                </c:pt>
                <c:pt idx="79">
                  <c:v>164</c:v>
                </c:pt>
                <c:pt idx="80">
                  <c:v>166</c:v>
                </c:pt>
                <c:pt idx="81">
                  <c:v>168</c:v>
                </c:pt>
                <c:pt idx="82">
                  <c:v>170</c:v>
                </c:pt>
                <c:pt idx="83">
                  <c:v>172</c:v>
                </c:pt>
                <c:pt idx="84">
                  <c:v>174</c:v>
                </c:pt>
                <c:pt idx="85">
                  <c:v>176</c:v>
                </c:pt>
                <c:pt idx="86">
                  <c:v>178</c:v>
                </c:pt>
                <c:pt idx="87">
                  <c:v>180</c:v>
                </c:pt>
                <c:pt idx="88">
                  <c:v>182</c:v>
                </c:pt>
                <c:pt idx="89">
                  <c:v>184</c:v>
                </c:pt>
                <c:pt idx="90">
                  <c:v>186</c:v>
                </c:pt>
                <c:pt idx="91">
                  <c:v>188</c:v>
                </c:pt>
                <c:pt idx="92">
                  <c:v>190</c:v>
                </c:pt>
                <c:pt idx="93">
                  <c:v>192</c:v>
                </c:pt>
                <c:pt idx="94">
                  <c:v>194</c:v>
                </c:pt>
                <c:pt idx="95">
                  <c:v>196</c:v>
                </c:pt>
                <c:pt idx="96">
                  <c:v>198</c:v>
                </c:pt>
                <c:pt idx="97">
                  <c:v>200</c:v>
                </c:pt>
                <c:pt idx="98">
                  <c:v>202</c:v>
                </c:pt>
                <c:pt idx="99">
                  <c:v>204</c:v>
                </c:pt>
                <c:pt idx="100">
                  <c:v>206</c:v>
                </c:pt>
                <c:pt idx="101">
                  <c:v>208</c:v>
                </c:pt>
                <c:pt idx="102">
                  <c:v>210</c:v>
                </c:pt>
                <c:pt idx="103">
                  <c:v>212</c:v>
                </c:pt>
                <c:pt idx="104">
                  <c:v>214</c:v>
                </c:pt>
                <c:pt idx="105">
                  <c:v>216</c:v>
                </c:pt>
                <c:pt idx="106">
                  <c:v>218</c:v>
                </c:pt>
                <c:pt idx="107">
                  <c:v>220</c:v>
                </c:pt>
                <c:pt idx="108">
                  <c:v>222</c:v>
                </c:pt>
                <c:pt idx="109">
                  <c:v>224</c:v>
                </c:pt>
                <c:pt idx="110">
                  <c:v>226</c:v>
                </c:pt>
                <c:pt idx="111">
                  <c:v>228</c:v>
                </c:pt>
                <c:pt idx="112">
                  <c:v>230</c:v>
                </c:pt>
                <c:pt idx="113">
                  <c:v>232</c:v>
                </c:pt>
                <c:pt idx="114">
                  <c:v>234</c:v>
                </c:pt>
                <c:pt idx="115">
                  <c:v>236</c:v>
                </c:pt>
                <c:pt idx="116">
                  <c:v>238</c:v>
                </c:pt>
                <c:pt idx="117">
                  <c:v>240</c:v>
                </c:pt>
                <c:pt idx="118">
                  <c:v>242</c:v>
                </c:pt>
                <c:pt idx="119">
                  <c:v>244</c:v>
                </c:pt>
                <c:pt idx="120">
                  <c:v>246</c:v>
                </c:pt>
                <c:pt idx="121">
                  <c:v>248</c:v>
                </c:pt>
                <c:pt idx="122">
                  <c:v>250</c:v>
                </c:pt>
                <c:pt idx="123">
                  <c:v>252</c:v>
                </c:pt>
                <c:pt idx="124">
                  <c:v>254</c:v>
                </c:pt>
                <c:pt idx="125">
                  <c:v>256</c:v>
                </c:pt>
                <c:pt idx="126">
                  <c:v>258</c:v>
                </c:pt>
                <c:pt idx="127">
                  <c:v>260</c:v>
                </c:pt>
                <c:pt idx="128">
                  <c:v>262</c:v>
                </c:pt>
                <c:pt idx="129">
                  <c:v>264</c:v>
                </c:pt>
                <c:pt idx="130">
                  <c:v>266</c:v>
                </c:pt>
                <c:pt idx="131">
                  <c:v>268</c:v>
                </c:pt>
                <c:pt idx="132">
                  <c:v>270</c:v>
                </c:pt>
                <c:pt idx="133">
                  <c:v>272</c:v>
                </c:pt>
                <c:pt idx="134">
                  <c:v>274</c:v>
                </c:pt>
                <c:pt idx="135">
                  <c:v>276</c:v>
                </c:pt>
                <c:pt idx="136">
                  <c:v>278</c:v>
                </c:pt>
                <c:pt idx="137">
                  <c:v>280</c:v>
                </c:pt>
                <c:pt idx="138">
                  <c:v>282</c:v>
                </c:pt>
                <c:pt idx="139">
                  <c:v>284</c:v>
                </c:pt>
                <c:pt idx="140">
                  <c:v>286</c:v>
                </c:pt>
                <c:pt idx="141">
                  <c:v>288</c:v>
                </c:pt>
                <c:pt idx="142">
                  <c:v>290</c:v>
                </c:pt>
                <c:pt idx="143">
                  <c:v>292</c:v>
                </c:pt>
                <c:pt idx="144">
                  <c:v>294</c:v>
                </c:pt>
                <c:pt idx="145">
                  <c:v>296</c:v>
                </c:pt>
                <c:pt idx="146">
                  <c:v>298</c:v>
                </c:pt>
                <c:pt idx="147">
                  <c:v>300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27.35</c:v>
                </c:pt>
                <c:pt idx="1">
                  <c:v>37.59</c:v>
                </c:pt>
                <c:pt idx="2">
                  <c:v>41</c:v>
                </c:pt>
                <c:pt idx="3">
                  <c:v>41</c:v>
                </c:pt>
                <c:pt idx="4">
                  <c:v>41</c:v>
                </c:pt>
                <c:pt idx="5">
                  <c:v>44.54</c:v>
                </c:pt>
                <c:pt idx="6">
                  <c:v>51.71</c:v>
                </c:pt>
                <c:pt idx="7">
                  <c:v>60.64</c:v>
                </c:pt>
                <c:pt idx="8">
                  <c:v>60.64</c:v>
                </c:pt>
                <c:pt idx="9">
                  <c:v>60.64</c:v>
                </c:pt>
                <c:pt idx="10">
                  <c:v>60.64</c:v>
                </c:pt>
                <c:pt idx="11">
                  <c:v>60.64</c:v>
                </c:pt>
                <c:pt idx="12">
                  <c:v>70.35</c:v>
                </c:pt>
                <c:pt idx="13">
                  <c:v>85.07</c:v>
                </c:pt>
                <c:pt idx="14">
                  <c:v>86.01</c:v>
                </c:pt>
                <c:pt idx="15">
                  <c:v>89.73</c:v>
                </c:pt>
                <c:pt idx="16">
                  <c:v>88.17</c:v>
                </c:pt>
                <c:pt idx="17">
                  <c:v>88.17</c:v>
                </c:pt>
                <c:pt idx="18">
                  <c:v>88.17</c:v>
                </c:pt>
                <c:pt idx="19">
                  <c:v>88.17</c:v>
                </c:pt>
                <c:pt idx="20">
                  <c:v>88.17</c:v>
                </c:pt>
                <c:pt idx="21">
                  <c:v>92.74</c:v>
                </c:pt>
                <c:pt idx="22">
                  <c:v>96.21</c:v>
                </c:pt>
                <c:pt idx="23">
                  <c:v>96.21</c:v>
                </c:pt>
                <c:pt idx="24">
                  <c:v>94.08</c:v>
                </c:pt>
                <c:pt idx="25">
                  <c:v>91.59</c:v>
                </c:pt>
                <c:pt idx="26">
                  <c:v>91.59</c:v>
                </c:pt>
                <c:pt idx="27">
                  <c:v>89.67</c:v>
                </c:pt>
                <c:pt idx="28">
                  <c:v>93.23</c:v>
                </c:pt>
                <c:pt idx="29">
                  <c:v>92.81</c:v>
                </c:pt>
                <c:pt idx="30">
                  <c:v>92.47</c:v>
                </c:pt>
                <c:pt idx="31">
                  <c:v>94.32</c:v>
                </c:pt>
                <c:pt idx="32">
                  <c:v>97.73</c:v>
                </c:pt>
                <c:pt idx="33">
                  <c:v>97.73</c:v>
                </c:pt>
                <c:pt idx="34">
                  <c:v>97.73</c:v>
                </c:pt>
                <c:pt idx="35">
                  <c:v>97.73</c:v>
                </c:pt>
                <c:pt idx="36">
                  <c:v>94.78</c:v>
                </c:pt>
                <c:pt idx="37">
                  <c:v>93.95</c:v>
                </c:pt>
                <c:pt idx="38">
                  <c:v>95.68</c:v>
                </c:pt>
                <c:pt idx="39">
                  <c:v>94.73</c:v>
                </c:pt>
                <c:pt idx="40">
                  <c:v>96.95</c:v>
                </c:pt>
                <c:pt idx="41">
                  <c:v>97.74</c:v>
                </c:pt>
                <c:pt idx="42">
                  <c:v>96.54</c:v>
                </c:pt>
                <c:pt idx="43">
                  <c:v>89.69</c:v>
                </c:pt>
                <c:pt idx="44">
                  <c:v>98.08</c:v>
                </c:pt>
                <c:pt idx="45">
                  <c:v>94.78</c:v>
                </c:pt>
                <c:pt idx="46">
                  <c:v>98.2</c:v>
                </c:pt>
                <c:pt idx="47">
                  <c:v>98.2</c:v>
                </c:pt>
                <c:pt idx="48">
                  <c:v>98.2</c:v>
                </c:pt>
                <c:pt idx="49">
                  <c:v>98.2</c:v>
                </c:pt>
                <c:pt idx="50">
                  <c:v>98.2</c:v>
                </c:pt>
                <c:pt idx="51">
                  <c:v>98.2</c:v>
                </c:pt>
                <c:pt idx="52">
                  <c:v>98.2</c:v>
                </c:pt>
                <c:pt idx="53">
                  <c:v>95.46</c:v>
                </c:pt>
                <c:pt idx="54">
                  <c:v>95.46</c:v>
                </c:pt>
                <c:pt idx="55">
                  <c:v>97.01</c:v>
                </c:pt>
                <c:pt idx="56">
                  <c:v>97.01</c:v>
                </c:pt>
                <c:pt idx="57">
                  <c:v>96.8</c:v>
                </c:pt>
                <c:pt idx="58">
                  <c:v>96.47</c:v>
                </c:pt>
                <c:pt idx="59">
                  <c:v>96.47</c:v>
                </c:pt>
                <c:pt idx="60">
                  <c:v>96.04</c:v>
                </c:pt>
                <c:pt idx="61">
                  <c:v>97.12</c:v>
                </c:pt>
                <c:pt idx="62">
                  <c:v>97.12</c:v>
                </c:pt>
                <c:pt idx="63">
                  <c:v>95.82</c:v>
                </c:pt>
                <c:pt idx="64">
                  <c:v>93.03</c:v>
                </c:pt>
                <c:pt idx="65">
                  <c:v>96.44</c:v>
                </c:pt>
                <c:pt idx="66">
                  <c:v>93.39</c:v>
                </c:pt>
                <c:pt idx="67">
                  <c:v>96.8</c:v>
                </c:pt>
                <c:pt idx="68">
                  <c:v>96.8</c:v>
                </c:pt>
                <c:pt idx="69">
                  <c:v>96.8</c:v>
                </c:pt>
                <c:pt idx="70">
                  <c:v>96.8</c:v>
                </c:pt>
                <c:pt idx="71">
                  <c:v>97.6</c:v>
                </c:pt>
                <c:pt idx="72">
                  <c:v>97.6</c:v>
                </c:pt>
                <c:pt idx="73">
                  <c:v>96.8</c:v>
                </c:pt>
                <c:pt idx="74">
                  <c:v>97.71</c:v>
                </c:pt>
                <c:pt idx="75">
                  <c:v>97.71</c:v>
                </c:pt>
                <c:pt idx="76">
                  <c:v>97.71</c:v>
                </c:pt>
                <c:pt idx="77">
                  <c:v>97.84</c:v>
                </c:pt>
                <c:pt idx="78">
                  <c:v>97.84</c:v>
                </c:pt>
                <c:pt idx="79">
                  <c:v>96.8</c:v>
                </c:pt>
                <c:pt idx="80">
                  <c:v>96.8</c:v>
                </c:pt>
                <c:pt idx="81">
                  <c:v>96.38</c:v>
                </c:pt>
                <c:pt idx="82">
                  <c:v>96.38</c:v>
                </c:pt>
                <c:pt idx="83">
                  <c:v>96.38</c:v>
                </c:pt>
                <c:pt idx="84">
                  <c:v>97.55</c:v>
                </c:pt>
                <c:pt idx="85">
                  <c:v>97.62</c:v>
                </c:pt>
                <c:pt idx="86">
                  <c:v>98.53</c:v>
                </c:pt>
                <c:pt idx="87">
                  <c:v>98.12</c:v>
                </c:pt>
                <c:pt idx="88">
                  <c:v>97.25</c:v>
                </c:pt>
                <c:pt idx="89">
                  <c:v>97.25</c:v>
                </c:pt>
                <c:pt idx="90">
                  <c:v>97.69</c:v>
                </c:pt>
                <c:pt idx="91">
                  <c:v>97.69</c:v>
                </c:pt>
                <c:pt idx="92">
                  <c:v>96.7</c:v>
                </c:pt>
                <c:pt idx="93">
                  <c:v>96.7</c:v>
                </c:pt>
                <c:pt idx="94">
                  <c:v>96.7</c:v>
                </c:pt>
                <c:pt idx="95">
                  <c:v>96.83</c:v>
                </c:pt>
                <c:pt idx="96">
                  <c:v>96.08</c:v>
                </c:pt>
                <c:pt idx="97">
                  <c:v>96.08</c:v>
                </c:pt>
                <c:pt idx="98">
                  <c:v>96.08</c:v>
                </c:pt>
                <c:pt idx="99">
                  <c:v>94.5</c:v>
                </c:pt>
                <c:pt idx="100">
                  <c:v>94.5</c:v>
                </c:pt>
                <c:pt idx="101">
                  <c:v>92.76</c:v>
                </c:pt>
                <c:pt idx="102">
                  <c:v>95.74</c:v>
                </c:pt>
                <c:pt idx="103">
                  <c:v>96.69</c:v>
                </c:pt>
                <c:pt idx="104">
                  <c:v>96.69</c:v>
                </c:pt>
                <c:pt idx="105">
                  <c:v>97.06</c:v>
                </c:pt>
                <c:pt idx="106">
                  <c:v>97.06</c:v>
                </c:pt>
                <c:pt idx="107">
                  <c:v>97.06</c:v>
                </c:pt>
                <c:pt idx="108">
                  <c:v>97.06</c:v>
                </c:pt>
                <c:pt idx="109">
                  <c:v>97.06</c:v>
                </c:pt>
                <c:pt idx="110">
                  <c:v>97.84</c:v>
                </c:pt>
                <c:pt idx="111">
                  <c:v>97.84</c:v>
                </c:pt>
                <c:pt idx="112">
                  <c:v>97.84</c:v>
                </c:pt>
                <c:pt idx="113">
                  <c:v>93.91</c:v>
                </c:pt>
                <c:pt idx="114">
                  <c:v>97.76</c:v>
                </c:pt>
                <c:pt idx="115">
                  <c:v>97.76</c:v>
                </c:pt>
                <c:pt idx="116">
                  <c:v>97.76</c:v>
                </c:pt>
                <c:pt idx="117">
                  <c:v>98.2</c:v>
                </c:pt>
                <c:pt idx="118">
                  <c:v>95.63</c:v>
                </c:pt>
                <c:pt idx="119">
                  <c:v>95.63</c:v>
                </c:pt>
                <c:pt idx="120">
                  <c:v>95.63</c:v>
                </c:pt>
                <c:pt idx="121">
                  <c:v>95.63</c:v>
                </c:pt>
                <c:pt idx="122">
                  <c:v>95.63</c:v>
                </c:pt>
                <c:pt idx="123">
                  <c:v>95.63</c:v>
                </c:pt>
                <c:pt idx="124">
                  <c:v>95.63</c:v>
                </c:pt>
                <c:pt idx="125">
                  <c:v>96.19</c:v>
                </c:pt>
                <c:pt idx="126">
                  <c:v>96.7</c:v>
                </c:pt>
                <c:pt idx="127">
                  <c:v>96.7</c:v>
                </c:pt>
                <c:pt idx="128">
                  <c:v>95.05</c:v>
                </c:pt>
                <c:pt idx="129">
                  <c:v>97.17</c:v>
                </c:pt>
                <c:pt idx="130">
                  <c:v>97.17</c:v>
                </c:pt>
                <c:pt idx="131">
                  <c:v>97.17</c:v>
                </c:pt>
                <c:pt idx="132">
                  <c:v>96.12</c:v>
                </c:pt>
                <c:pt idx="133">
                  <c:v>96.12</c:v>
                </c:pt>
                <c:pt idx="134">
                  <c:v>94.53</c:v>
                </c:pt>
                <c:pt idx="135">
                  <c:v>97.95</c:v>
                </c:pt>
                <c:pt idx="136">
                  <c:v>97.12</c:v>
                </c:pt>
                <c:pt idx="137">
                  <c:v>97.12</c:v>
                </c:pt>
                <c:pt idx="138">
                  <c:v>97.12</c:v>
                </c:pt>
                <c:pt idx="139">
                  <c:v>97.56</c:v>
                </c:pt>
                <c:pt idx="140">
                  <c:v>97.56</c:v>
                </c:pt>
                <c:pt idx="141">
                  <c:v>97.12</c:v>
                </c:pt>
                <c:pt idx="142">
                  <c:v>95.74</c:v>
                </c:pt>
                <c:pt idx="143">
                  <c:v>95.74</c:v>
                </c:pt>
                <c:pt idx="144">
                  <c:v>97.81</c:v>
                </c:pt>
                <c:pt idx="145">
                  <c:v>93.4</c:v>
                </c:pt>
                <c:pt idx="146">
                  <c:v>96.81</c:v>
                </c:pt>
                <c:pt idx="147">
                  <c:v>96.81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 Decode</c:v>
                </c:pt>
              </c:strCache>
            </c:strRef>
          </c:tx>
          <c:spPr>
            <a:solidFill>
              <a:srgbClr val="7FC4E8"/>
            </a:solidFill>
            <a:ln w="28575" cap="flat">
              <a:solidFill>
                <a:srgbClr val="7FC4E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FC4E8"/>
              </a:solidFill>
              <a:ln w="9525" cap="flat">
                <a:solidFill>
                  <a:srgbClr val="7FC4E8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  <c:pt idx="7">
                  <c:v>20</c:v>
                </c:pt>
                <c:pt idx="8">
                  <c:v>22</c:v>
                </c:pt>
                <c:pt idx="9">
                  <c:v>24</c:v>
                </c:pt>
                <c:pt idx="10">
                  <c:v>26</c:v>
                </c:pt>
                <c:pt idx="11">
                  <c:v>28</c:v>
                </c:pt>
                <c:pt idx="12">
                  <c:v>30</c:v>
                </c:pt>
                <c:pt idx="13">
                  <c:v>32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42</c:v>
                </c:pt>
                <c:pt idx="19">
                  <c:v>44</c:v>
                </c:pt>
                <c:pt idx="20">
                  <c:v>46</c:v>
                </c:pt>
                <c:pt idx="21">
                  <c:v>48</c:v>
                </c:pt>
                <c:pt idx="22">
                  <c:v>50</c:v>
                </c:pt>
                <c:pt idx="23">
                  <c:v>52</c:v>
                </c:pt>
                <c:pt idx="24">
                  <c:v>54</c:v>
                </c:pt>
                <c:pt idx="25">
                  <c:v>56</c:v>
                </c:pt>
                <c:pt idx="26">
                  <c:v>58</c:v>
                </c:pt>
                <c:pt idx="27">
                  <c:v>60</c:v>
                </c:pt>
                <c:pt idx="28">
                  <c:v>62</c:v>
                </c:pt>
                <c:pt idx="29">
                  <c:v>64</c:v>
                </c:pt>
                <c:pt idx="30">
                  <c:v>66</c:v>
                </c:pt>
                <c:pt idx="31">
                  <c:v>68</c:v>
                </c:pt>
                <c:pt idx="32">
                  <c:v>70</c:v>
                </c:pt>
                <c:pt idx="33">
                  <c:v>72</c:v>
                </c:pt>
                <c:pt idx="34">
                  <c:v>74</c:v>
                </c:pt>
                <c:pt idx="35">
                  <c:v>76</c:v>
                </c:pt>
                <c:pt idx="36">
                  <c:v>78</c:v>
                </c:pt>
                <c:pt idx="37">
                  <c:v>80</c:v>
                </c:pt>
                <c:pt idx="38">
                  <c:v>82</c:v>
                </c:pt>
                <c:pt idx="39">
                  <c:v>84</c:v>
                </c:pt>
                <c:pt idx="40">
                  <c:v>86</c:v>
                </c:pt>
                <c:pt idx="41">
                  <c:v>88</c:v>
                </c:pt>
                <c:pt idx="42">
                  <c:v>90</c:v>
                </c:pt>
                <c:pt idx="43">
                  <c:v>92</c:v>
                </c:pt>
                <c:pt idx="44">
                  <c:v>94</c:v>
                </c:pt>
                <c:pt idx="45">
                  <c:v>96</c:v>
                </c:pt>
                <c:pt idx="46">
                  <c:v>98</c:v>
                </c:pt>
                <c:pt idx="47">
                  <c:v>100</c:v>
                </c:pt>
                <c:pt idx="48">
                  <c:v>102</c:v>
                </c:pt>
                <c:pt idx="49">
                  <c:v>104</c:v>
                </c:pt>
                <c:pt idx="50">
                  <c:v>106</c:v>
                </c:pt>
                <c:pt idx="51">
                  <c:v>108</c:v>
                </c:pt>
                <c:pt idx="52">
                  <c:v>110</c:v>
                </c:pt>
                <c:pt idx="53">
                  <c:v>112</c:v>
                </c:pt>
                <c:pt idx="54">
                  <c:v>114</c:v>
                </c:pt>
                <c:pt idx="55">
                  <c:v>116</c:v>
                </c:pt>
                <c:pt idx="56">
                  <c:v>118</c:v>
                </c:pt>
                <c:pt idx="57">
                  <c:v>120</c:v>
                </c:pt>
                <c:pt idx="58">
                  <c:v>122</c:v>
                </c:pt>
                <c:pt idx="59">
                  <c:v>124</c:v>
                </c:pt>
                <c:pt idx="60">
                  <c:v>126</c:v>
                </c:pt>
                <c:pt idx="61">
                  <c:v>128</c:v>
                </c:pt>
                <c:pt idx="62">
                  <c:v>130</c:v>
                </c:pt>
                <c:pt idx="63">
                  <c:v>132</c:v>
                </c:pt>
                <c:pt idx="64">
                  <c:v>134</c:v>
                </c:pt>
                <c:pt idx="65">
                  <c:v>136</c:v>
                </c:pt>
                <c:pt idx="66">
                  <c:v>138</c:v>
                </c:pt>
                <c:pt idx="67">
                  <c:v>140</c:v>
                </c:pt>
                <c:pt idx="68">
                  <c:v>142</c:v>
                </c:pt>
                <c:pt idx="69">
                  <c:v>144</c:v>
                </c:pt>
                <c:pt idx="70">
                  <c:v>146</c:v>
                </c:pt>
                <c:pt idx="71">
                  <c:v>148</c:v>
                </c:pt>
                <c:pt idx="72">
                  <c:v>150</c:v>
                </c:pt>
                <c:pt idx="73">
                  <c:v>152</c:v>
                </c:pt>
                <c:pt idx="74">
                  <c:v>154</c:v>
                </c:pt>
                <c:pt idx="75">
                  <c:v>156</c:v>
                </c:pt>
                <c:pt idx="76">
                  <c:v>158</c:v>
                </c:pt>
                <c:pt idx="77">
                  <c:v>160</c:v>
                </c:pt>
                <c:pt idx="78">
                  <c:v>162</c:v>
                </c:pt>
                <c:pt idx="79">
                  <c:v>164</c:v>
                </c:pt>
                <c:pt idx="80">
                  <c:v>166</c:v>
                </c:pt>
                <c:pt idx="81">
                  <c:v>168</c:v>
                </c:pt>
                <c:pt idx="82">
                  <c:v>170</c:v>
                </c:pt>
                <c:pt idx="83">
                  <c:v>172</c:v>
                </c:pt>
                <c:pt idx="84">
                  <c:v>174</c:v>
                </c:pt>
                <c:pt idx="85">
                  <c:v>176</c:v>
                </c:pt>
                <c:pt idx="86">
                  <c:v>178</c:v>
                </c:pt>
                <c:pt idx="87">
                  <c:v>180</c:v>
                </c:pt>
                <c:pt idx="88">
                  <c:v>182</c:v>
                </c:pt>
                <c:pt idx="89">
                  <c:v>184</c:v>
                </c:pt>
                <c:pt idx="90">
                  <c:v>186</c:v>
                </c:pt>
                <c:pt idx="91">
                  <c:v>188</c:v>
                </c:pt>
                <c:pt idx="92">
                  <c:v>190</c:v>
                </c:pt>
                <c:pt idx="93">
                  <c:v>192</c:v>
                </c:pt>
                <c:pt idx="94">
                  <c:v>194</c:v>
                </c:pt>
                <c:pt idx="95">
                  <c:v>196</c:v>
                </c:pt>
                <c:pt idx="96">
                  <c:v>198</c:v>
                </c:pt>
                <c:pt idx="97">
                  <c:v>200</c:v>
                </c:pt>
                <c:pt idx="98">
                  <c:v>202</c:v>
                </c:pt>
                <c:pt idx="99">
                  <c:v>204</c:v>
                </c:pt>
                <c:pt idx="100">
                  <c:v>206</c:v>
                </c:pt>
                <c:pt idx="101">
                  <c:v>208</c:v>
                </c:pt>
                <c:pt idx="102">
                  <c:v>210</c:v>
                </c:pt>
                <c:pt idx="103">
                  <c:v>212</c:v>
                </c:pt>
                <c:pt idx="104">
                  <c:v>214</c:v>
                </c:pt>
                <c:pt idx="105">
                  <c:v>216</c:v>
                </c:pt>
                <c:pt idx="106">
                  <c:v>218</c:v>
                </c:pt>
                <c:pt idx="107">
                  <c:v>220</c:v>
                </c:pt>
                <c:pt idx="108">
                  <c:v>222</c:v>
                </c:pt>
                <c:pt idx="109">
                  <c:v>224</c:v>
                </c:pt>
                <c:pt idx="110">
                  <c:v>226</c:v>
                </c:pt>
                <c:pt idx="111">
                  <c:v>228</c:v>
                </c:pt>
                <c:pt idx="112">
                  <c:v>230</c:v>
                </c:pt>
                <c:pt idx="113">
                  <c:v>232</c:v>
                </c:pt>
                <c:pt idx="114">
                  <c:v>234</c:v>
                </c:pt>
                <c:pt idx="115">
                  <c:v>236</c:v>
                </c:pt>
                <c:pt idx="116">
                  <c:v>238</c:v>
                </c:pt>
                <c:pt idx="117">
                  <c:v>240</c:v>
                </c:pt>
                <c:pt idx="118">
                  <c:v>242</c:v>
                </c:pt>
                <c:pt idx="119">
                  <c:v>244</c:v>
                </c:pt>
                <c:pt idx="120">
                  <c:v>246</c:v>
                </c:pt>
                <c:pt idx="121">
                  <c:v>248</c:v>
                </c:pt>
                <c:pt idx="122">
                  <c:v>250</c:v>
                </c:pt>
                <c:pt idx="123">
                  <c:v>252</c:v>
                </c:pt>
                <c:pt idx="124">
                  <c:v>254</c:v>
                </c:pt>
                <c:pt idx="125">
                  <c:v>256</c:v>
                </c:pt>
                <c:pt idx="126">
                  <c:v>258</c:v>
                </c:pt>
                <c:pt idx="127">
                  <c:v>260</c:v>
                </c:pt>
                <c:pt idx="128">
                  <c:v>262</c:v>
                </c:pt>
                <c:pt idx="129">
                  <c:v>264</c:v>
                </c:pt>
                <c:pt idx="130">
                  <c:v>266</c:v>
                </c:pt>
                <c:pt idx="131">
                  <c:v>268</c:v>
                </c:pt>
                <c:pt idx="132">
                  <c:v>270</c:v>
                </c:pt>
                <c:pt idx="133">
                  <c:v>272</c:v>
                </c:pt>
                <c:pt idx="134">
                  <c:v>274</c:v>
                </c:pt>
                <c:pt idx="135">
                  <c:v>276</c:v>
                </c:pt>
                <c:pt idx="136">
                  <c:v>278</c:v>
                </c:pt>
                <c:pt idx="137">
                  <c:v>280</c:v>
                </c:pt>
                <c:pt idx="138">
                  <c:v>282</c:v>
                </c:pt>
                <c:pt idx="139">
                  <c:v>284</c:v>
                </c:pt>
                <c:pt idx="140">
                  <c:v>286</c:v>
                </c:pt>
                <c:pt idx="141">
                  <c:v>288</c:v>
                </c:pt>
                <c:pt idx="142">
                  <c:v>290</c:v>
                </c:pt>
                <c:pt idx="143">
                  <c:v>292</c:v>
                </c:pt>
                <c:pt idx="144">
                  <c:v>294</c:v>
                </c:pt>
                <c:pt idx="145">
                  <c:v>296</c:v>
                </c:pt>
                <c:pt idx="146">
                  <c:v>298</c:v>
                </c:pt>
                <c:pt idx="147">
                  <c:v>300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12.25</c:v>
                </c:pt>
                <c:pt idx="1">
                  <c:v>12.39</c:v>
                </c:pt>
                <c:pt idx="2">
                  <c:v>12.43</c:v>
                </c:pt>
                <c:pt idx="3">
                  <c:v>12.48</c:v>
                </c:pt>
                <c:pt idx="4">
                  <c:v>9.42</c:v>
                </c:pt>
                <c:pt idx="5">
                  <c:v>6.33</c:v>
                </c:pt>
                <c:pt idx="6">
                  <c:v>11.93</c:v>
                </c:pt>
                <c:pt idx="7">
                  <c:v>11.95</c:v>
                </c:pt>
                <c:pt idx="8">
                  <c:v>16.1</c:v>
                </c:pt>
                <c:pt idx="9">
                  <c:v>16.14</c:v>
                </c:pt>
                <c:pt idx="10">
                  <c:v>11.49</c:v>
                </c:pt>
                <c:pt idx="11">
                  <c:v>11.53</c:v>
                </c:pt>
                <c:pt idx="12">
                  <c:v>18.74</c:v>
                </c:pt>
                <c:pt idx="13">
                  <c:v>19.4</c:v>
                </c:pt>
                <c:pt idx="14">
                  <c:v>19.41</c:v>
                </c:pt>
                <c:pt idx="15">
                  <c:v>15.95</c:v>
                </c:pt>
                <c:pt idx="16">
                  <c:v>20.36</c:v>
                </c:pt>
                <c:pt idx="17">
                  <c:v>23.2</c:v>
                </c:pt>
                <c:pt idx="18">
                  <c:v>23.23</c:v>
                </c:pt>
                <c:pt idx="19">
                  <c:v>18.41</c:v>
                </c:pt>
                <c:pt idx="20">
                  <c:v>11.22</c:v>
                </c:pt>
                <c:pt idx="21">
                  <c:v>16.42</c:v>
                </c:pt>
                <c:pt idx="22">
                  <c:v>23.98</c:v>
                </c:pt>
                <c:pt idx="23">
                  <c:v>19.51</c:v>
                </c:pt>
                <c:pt idx="24">
                  <c:v>26.58</c:v>
                </c:pt>
                <c:pt idx="25">
                  <c:v>26.61</c:v>
                </c:pt>
                <c:pt idx="26">
                  <c:v>21.41</c:v>
                </c:pt>
                <c:pt idx="27">
                  <c:v>30.01</c:v>
                </c:pt>
                <c:pt idx="28">
                  <c:v>35.38</c:v>
                </c:pt>
                <c:pt idx="29">
                  <c:v>27.81</c:v>
                </c:pt>
                <c:pt idx="30">
                  <c:v>27.82</c:v>
                </c:pt>
                <c:pt idx="31">
                  <c:v>22.37</c:v>
                </c:pt>
                <c:pt idx="32">
                  <c:v>22.39</c:v>
                </c:pt>
                <c:pt idx="33">
                  <c:v>22.41</c:v>
                </c:pt>
                <c:pt idx="34">
                  <c:v>22.57</c:v>
                </c:pt>
                <c:pt idx="35">
                  <c:v>13.97</c:v>
                </c:pt>
                <c:pt idx="36">
                  <c:v>30.62</c:v>
                </c:pt>
                <c:pt idx="37">
                  <c:v>36.69</c:v>
                </c:pt>
                <c:pt idx="38">
                  <c:v>36.7</c:v>
                </c:pt>
                <c:pt idx="39">
                  <c:v>36.7</c:v>
                </c:pt>
                <c:pt idx="40">
                  <c:v>36.7</c:v>
                </c:pt>
                <c:pt idx="41">
                  <c:v>36.7</c:v>
                </c:pt>
                <c:pt idx="42">
                  <c:v>36.7</c:v>
                </c:pt>
                <c:pt idx="43">
                  <c:v>30.69</c:v>
                </c:pt>
                <c:pt idx="44">
                  <c:v>33.77</c:v>
                </c:pt>
                <c:pt idx="45">
                  <c:v>34.13</c:v>
                </c:pt>
                <c:pt idx="46">
                  <c:v>34.15</c:v>
                </c:pt>
                <c:pt idx="47">
                  <c:v>34.19</c:v>
                </c:pt>
                <c:pt idx="48">
                  <c:v>34.23</c:v>
                </c:pt>
                <c:pt idx="49">
                  <c:v>34.26</c:v>
                </c:pt>
                <c:pt idx="50">
                  <c:v>24.27</c:v>
                </c:pt>
                <c:pt idx="51">
                  <c:v>17.57</c:v>
                </c:pt>
                <c:pt idx="52">
                  <c:v>28.5</c:v>
                </c:pt>
                <c:pt idx="53">
                  <c:v>35.66</c:v>
                </c:pt>
                <c:pt idx="54">
                  <c:v>35.68</c:v>
                </c:pt>
                <c:pt idx="55">
                  <c:v>36.73</c:v>
                </c:pt>
                <c:pt idx="56">
                  <c:v>36.77</c:v>
                </c:pt>
                <c:pt idx="57">
                  <c:v>28.15</c:v>
                </c:pt>
                <c:pt idx="58">
                  <c:v>28.18</c:v>
                </c:pt>
                <c:pt idx="59">
                  <c:v>28.18</c:v>
                </c:pt>
                <c:pt idx="60">
                  <c:v>25.91</c:v>
                </c:pt>
                <c:pt idx="61">
                  <c:v>25.91</c:v>
                </c:pt>
                <c:pt idx="62">
                  <c:v>25.91</c:v>
                </c:pt>
                <c:pt idx="63">
                  <c:v>15.88</c:v>
                </c:pt>
                <c:pt idx="64">
                  <c:v>15.88</c:v>
                </c:pt>
                <c:pt idx="65">
                  <c:v>47.26</c:v>
                </c:pt>
                <c:pt idx="66">
                  <c:v>47.26</c:v>
                </c:pt>
                <c:pt idx="67">
                  <c:v>47.26</c:v>
                </c:pt>
                <c:pt idx="68">
                  <c:v>47.26</c:v>
                </c:pt>
                <c:pt idx="69">
                  <c:v>47.62</c:v>
                </c:pt>
                <c:pt idx="70">
                  <c:v>37.41</c:v>
                </c:pt>
                <c:pt idx="71">
                  <c:v>37.43</c:v>
                </c:pt>
                <c:pt idx="72">
                  <c:v>37.45</c:v>
                </c:pt>
                <c:pt idx="73">
                  <c:v>37.47</c:v>
                </c:pt>
                <c:pt idx="74">
                  <c:v>26.31</c:v>
                </c:pt>
                <c:pt idx="75">
                  <c:v>26.33</c:v>
                </c:pt>
                <c:pt idx="76">
                  <c:v>17.02</c:v>
                </c:pt>
                <c:pt idx="77">
                  <c:v>17.04</c:v>
                </c:pt>
                <c:pt idx="78">
                  <c:v>17.05</c:v>
                </c:pt>
                <c:pt idx="79">
                  <c:v>17.06</c:v>
                </c:pt>
                <c:pt idx="80">
                  <c:v>17.06</c:v>
                </c:pt>
                <c:pt idx="81">
                  <c:v>40.97</c:v>
                </c:pt>
                <c:pt idx="82">
                  <c:v>40.99</c:v>
                </c:pt>
                <c:pt idx="83">
                  <c:v>31.5</c:v>
                </c:pt>
                <c:pt idx="84">
                  <c:v>31.53</c:v>
                </c:pt>
                <c:pt idx="85">
                  <c:v>41.27</c:v>
                </c:pt>
                <c:pt idx="86">
                  <c:v>27.52</c:v>
                </c:pt>
                <c:pt idx="87">
                  <c:v>26.35</c:v>
                </c:pt>
                <c:pt idx="88">
                  <c:v>29.56</c:v>
                </c:pt>
                <c:pt idx="89">
                  <c:v>20.15</c:v>
                </c:pt>
                <c:pt idx="90">
                  <c:v>20.17</c:v>
                </c:pt>
                <c:pt idx="91">
                  <c:v>22.15</c:v>
                </c:pt>
                <c:pt idx="92">
                  <c:v>22.18</c:v>
                </c:pt>
                <c:pt idx="93">
                  <c:v>22.22</c:v>
                </c:pt>
                <c:pt idx="94">
                  <c:v>12.49</c:v>
                </c:pt>
                <c:pt idx="95">
                  <c:v>12.53</c:v>
                </c:pt>
                <c:pt idx="96">
                  <c:v>22.47</c:v>
                </c:pt>
                <c:pt idx="97">
                  <c:v>22.51</c:v>
                </c:pt>
                <c:pt idx="98">
                  <c:v>13.2</c:v>
                </c:pt>
                <c:pt idx="99">
                  <c:v>25.15</c:v>
                </c:pt>
                <c:pt idx="100">
                  <c:v>21.78</c:v>
                </c:pt>
                <c:pt idx="101">
                  <c:v>26.87</c:v>
                </c:pt>
                <c:pt idx="102">
                  <c:v>26.88</c:v>
                </c:pt>
                <c:pt idx="103">
                  <c:v>17.05</c:v>
                </c:pt>
                <c:pt idx="104">
                  <c:v>26.97</c:v>
                </c:pt>
                <c:pt idx="105">
                  <c:v>27.01</c:v>
                </c:pt>
                <c:pt idx="106">
                  <c:v>32.32</c:v>
                </c:pt>
                <c:pt idx="107">
                  <c:v>32.36</c:v>
                </c:pt>
                <c:pt idx="108">
                  <c:v>32.39</c:v>
                </c:pt>
                <c:pt idx="109">
                  <c:v>26.09</c:v>
                </c:pt>
                <c:pt idx="110">
                  <c:v>26.12</c:v>
                </c:pt>
                <c:pt idx="111">
                  <c:v>16.19</c:v>
                </c:pt>
                <c:pt idx="112">
                  <c:v>12.49</c:v>
                </c:pt>
                <c:pt idx="113">
                  <c:v>35.59</c:v>
                </c:pt>
                <c:pt idx="114">
                  <c:v>35.6</c:v>
                </c:pt>
                <c:pt idx="115">
                  <c:v>35.61</c:v>
                </c:pt>
                <c:pt idx="116">
                  <c:v>35.61</c:v>
                </c:pt>
                <c:pt idx="117">
                  <c:v>35.61</c:v>
                </c:pt>
                <c:pt idx="118">
                  <c:v>29.25</c:v>
                </c:pt>
                <c:pt idx="119">
                  <c:v>31.04</c:v>
                </c:pt>
                <c:pt idx="120">
                  <c:v>31.07</c:v>
                </c:pt>
                <c:pt idx="121">
                  <c:v>31.13</c:v>
                </c:pt>
                <c:pt idx="122">
                  <c:v>31.16</c:v>
                </c:pt>
                <c:pt idx="123">
                  <c:v>29.26</c:v>
                </c:pt>
                <c:pt idx="124">
                  <c:v>22.6</c:v>
                </c:pt>
                <c:pt idx="125">
                  <c:v>22.61</c:v>
                </c:pt>
                <c:pt idx="126">
                  <c:v>22.45</c:v>
                </c:pt>
                <c:pt idx="127">
                  <c:v>22.46</c:v>
                </c:pt>
                <c:pt idx="128">
                  <c:v>25.6</c:v>
                </c:pt>
                <c:pt idx="129">
                  <c:v>34.53</c:v>
                </c:pt>
                <c:pt idx="130">
                  <c:v>34.55</c:v>
                </c:pt>
                <c:pt idx="131">
                  <c:v>34.57</c:v>
                </c:pt>
                <c:pt idx="132">
                  <c:v>34.77</c:v>
                </c:pt>
                <c:pt idx="133">
                  <c:v>34.8</c:v>
                </c:pt>
                <c:pt idx="134">
                  <c:v>27.06</c:v>
                </c:pt>
                <c:pt idx="135">
                  <c:v>35.72</c:v>
                </c:pt>
                <c:pt idx="136">
                  <c:v>35.74</c:v>
                </c:pt>
                <c:pt idx="137">
                  <c:v>35.79</c:v>
                </c:pt>
                <c:pt idx="138">
                  <c:v>26.86</c:v>
                </c:pt>
                <c:pt idx="139">
                  <c:v>19.52</c:v>
                </c:pt>
                <c:pt idx="140">
                  <c:v>19.56</c:v>
                </c:pt>
                <c:pt idx="141">
                  <c:v>24.32</c:v>
                </c:pt>
                <c:pt idx="142">
                  <c:v>24.34</c:v>
                </c:pt>
                <c:pt idx="143">
                  <c:v>24.34</c:v>
                </c:pt>
                <c:pt idx="144">
                  <c:v>39.49</c:v>
                </c:pt>
                <c:pt idx="145">
                  <c:v>29.3</c:v>
                </c:pt>
                <c:pt idx="146">
                  <c:v>29.32</c:v>
                </c:pt>
                <c:pt idx="147">
                  <c:v>20.63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 Prefill</c:v>
                </c:pt>
              </c:strCache>
            </c:strRef>
          </c:tx>
          <c:spPr>
            <a:solidFill>
              <a:srgbClr val="009E73"/>
            </a:solidFill>
            <a:ln w="28575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  <c:pt idx="7">
                  <c:v>20</c:v>
                </c:pt>
                <c:pt idx="8">
                  <c:v>22</c:v>
                </c:pt>
                <c:pt idx="9">
                  <c:v>24</c:v>
                </c:pt>
                <c:pt idx="10">
                  <c:v>26</c:v>
                </c:pt>
                <c:pt idx="11">
                  <c:v>28</c:v>
                </c:pt>
                <c:pt idx="12">
                  <c:v>30</c:v>
                </c:pt>
                <c:pt idx="13">
                  <c:v>32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42</c:v>
                </c:pt>
                <c:pt idx="19">
                  <c:v>44</c:v>
                </c:pt>
                <c:pt idx="20">
                  <c:v>46</c:v>
                </c:pt>
                <c:pt idx="21">
                  <c:v>48</c:v>
                </c:pt>
                <c:pt idx="22">
                  <c:v>50</c:v>
                </c:pt>
                <c:pt idx="23">
                  <c:v>52</c:v>
                </c:pt>
                <c:pt idx="24">
                  <c:v>54</c:v>
                </c:pt>
                <c:pt idx="25">
                  <c:v>56</c:v>
                </c:pt>
                <c:pt idx="26">
                  <c:v>58</c:v>
                </c:pt>
                <c:pt idx="27">
                  <c:v>60</c:v>
                </c:pt>
                <c:pt idx="28">
                  <c:v>62</c:v>
                </c:pt>
                <c:pt idx="29">
                  <c:v>64</c:v>
                </c:pt>
                <c:pt idx="30">
                  <c:v>66</c:v>
                </c:pt>
                <c:pt idx="31">
                  <c:v>68</c:v>
                </c:pt>
                <c:pt idx="32">
                  <c:v>70</c:v>
                </c:pt>
                <c:pt idx="33">
                  <c:v>72</c:v>
                </c:pt>
                <c:pt idx="34">
                  <c:v>74</c:v>
                </c:pt>
                <c:pt idx="35">
                  <c:v>76</c:v>
                </c:pt>
                <c:pt idx="36">
                  <c:v>78</c:v>
                </c:pt>
                <c:pt idx="37">
                  <c:v>80</c:v>
                </c:pt>
                <c:pt idx="38">
                  <c:v>82</c:v>
                </c:pt>
                <c:pt idx="39">
                  <c:v>84</c:v>
                </c:pt>
                <c:pt idx="40">
                  <c:v>86</c:v>
                </c:pt>
                <c:pt idx="41">
                  <c:v>88</c:v>
                </c:pt>
                <c:pt idx="42">
                  <c:v>90</c:v>
                </c:pt>
                <c:pt idx="43">
                  <c:v>92</c:v>
                </c:pt>
                <c:pt idx="44">
                  <c:v>94</c:v>
                </c:pt>
                <c:pt idx="45">
                  <c:v>96</c:v>
                </c:pt>
                <c:pt idx="46">
                  <c:v>98</c:v>
                </c:pt>
                <c:pt idx="47">
                  <c:v>100</c:v>
                </c:pt>
                <c:pt idx="48">
                  <c:v>102</c:v>
                </c:pt>
                <c:pt idx="49">
                  <c:v>104</c:v>
                </c:pt>
                <c:pt idx="50">
                  <c:v>106</c:v>
                </c:pt>
                <c:pt idx="51">
                  <c:v>108</c:v>
                </c:pt>
                <c:pt idx="52">
                  <c:v>110</c:v>
                </c:pt>
                <c:pt idx="53">
                  <c:v>112</c:v>
                </c:pt>
                <c:pt idx="54">
                  <c:v>114</c:v>
                </c:pt>
                <c:pt idx="55">
                  <c:v>116</c:v>
                </c:pt>
                <c:pt idx="56">
                  <c:v>118</c:v>
                </c:pt>
                <c:pt idx="57">
                  <c:v>120</c:v>
                </c:pt>
                <c:pt idx="58">
                  <c:v>122</c:v>
                </c:pt>
                <c:pt idx="59">
                  <c:v>124</c:v>
                </c:pt>
                <c:pt idx="60">
                  <c:v>126</c:v>
                </c:pt>
                <c:pt idx="61">
                  <c:v>128</c:v>
                </c:pt>
                <c:pt idx="62">
                  <c:v>130</c:v>
                </c:pt>
                <c:pt idx="63">
                  <c:v>132</c:v>
                </c:pt>
                <c:pt idx="64">
                  <c:v>134</c:v>
                </c:pt>
                <c:pt idx="65">
                  <c:v>136</c:v>
                </c:pt>
                <c:pt idx="66">
                  <c:v>138</c:v>
                </c:pt>
                <c:pt idx="67">
                  <c:v>140</c:v>
                </c:pt>
                <c:pt idx="68">
                  <c:v>142</c:v>
                </c:pt>
                <c:pt idx="69">
                  <c:v>144</c:v>
                </c:pt>
                <c:pt idx="70">
                  <c:v>146</c:v>
                </c:pt>
                <c:pt idx="71">
                  <c:v>148</c:v>
                </c:pt>
                <c:pt idx="72">
                  <c:v>150</c:v>
                </c:pt>
                <c:pt idx="73">
                  <c:v>152</c:v>
                </c:pt>
                <c:pt idx="74">
                  <c:v>154</c:v>
                </c:pt>
                <c:pt idx="75">
                  <c:v>156</c:v>
                </c:pt>
                <c:pt idx="76">
                  <c:v>158</c:v>
                </c:pt>
                <c:pt idx="77">
                  <c:v>160</c:v>
                </c:pt>
                <c:pt idx="78">
                  <c:v>162</c:v>
                </c:pt>
                <c:pt idx="79">
                  <c:v>164</c:v>
                </c:pt>
                <c:pt idx="80">
                  <c:v>166</c:v>
                </c:pt>
                <c:pt idx="81">
                  <c:v>168</c:v>
                </c:pt>
                <c:pt idx="82">
                  <c:v>170</c:v>
                </c:pt>
                <c:pt idx="83">
                  <c:v>172</c:v>
                </c:pt>
                <c:pt idx="84">
                  <c:v>174</c:v>
                </c:pt>
                <c:pt idx="85">
                  <c:v>176</c:v>
                </c:pt>
                <c:pt idx="86">
                  <c:v>178</c:v>
                </c:pt>
                <c:pt idx="87">
                  <c:v>180</c:v>
                </c:pt>
                <c:pt idx="88">
                  <c:v>182</c:v>
                </c:pt>
                <c:pt idx="89">
                  <c:v>184</c:v>
                </c:pt>
                <c:pt idx="90">
                  <c:v>186</c:v>
                </c:pt>
                <c:pt idx="91">
                  <c:v>188</c:v>
                </c:pt>
                <c:pt idx="92">
                  <c:v>190</c:v>
                </c:pt>
                <c:pt idx="93">
                  <c:v>192</c:v>
                </c:pt>
                <c:pt idx="94">
                  <c:v>194</c:v>
                </c:pt>
                <c:pt idx="95">
                  <c:v>196</c:v>
                </c:pt>
                <c:pt idx="96">
                  <c:v>198</c:v>
                </c:pt>
                <c:pt idx="97">
                  <c:v>200</c:v>
                </c:pt>
                <c:pt idx="98">
                  <c:v>202</c:v>
                </c:pt>
                <c:pt idx="99">
                  <c:v>204</c:v>
                </c:pt>
                <c:pt idx="100">
                  <c:v>206</c:v>
                </c:pt>
                <c:pt idx="101">
                  <c:v>208</c:v>
                </c:pt>
                <c:pt idx="102">
                  <c:v>210</c:v>
                </c:pt>
                <c:pt idx="103">
                  <c:v>212</c:v>
                </c:pt>
                <c:pt idx="104">
                  <c:v>214</c:v>
                </c:pt>
                <c:pt idx="105">
                  <c:v>216</c:v>
                </c:pt>
                <c:pt idx="106">
                  <c:v>218</c:v>
                </c:pt>
                <c:pt idx="107">
                  <c:v>220</c:v>
                </c:pt>
                <c:pt idx="108">
                  <c:v>222</c:v>
                </c:pt>
                <c:pt idx="109">
                  <c:v>224</c:v>
                </c:pt>
                <c:pt idx="110">
                  <c:v>226</c:v>
                </c:pt>
                <c:pt idx="111">
                  <c:v>228</c:v>
                </c:pt>
                <c:pt idx="112">
                  <c:v>230</c:v>
                </c:pt>
                <c:pt idx="113">
                  <c:v>232</c:v>
                </c:pt>
                <c:pt idx="114">
                  <c:v>234</c:v>
                </c:pt>
                <c:pt idx="115">
                  <c:v>236</c:v>
                </c:pt>
                <c:pt idx="116">
                  <c:v>238</c:v>
                </c:pt>
                <c:pt idx="117">
                  <c:v>240</c:v>
                </c:pt>
                <c:pt idx="118">
                  <c:v>242</c:v>
                </c:pt>
                <c:pt idx="119">
                  <c:v>244</c:v>
                </c:pt>
                <c:pt idx="120">
                  <c:v>246</c:v>
                </c:pt>
                <c:pt idx="121">
                  <c:v>248</c:v>
                </c:pt>
                <c:pt idx="122">
                  <c:v>250</c:v>
                </c:pt>
                <c:pt idx="123">
                  <c:v>252</c:v>
                </c:pt>
                <c:pt idx="124">
                  <c:v>254</c:v>
                </c:pt>
                <c:pt idx="125">
                  <c:v>256</c:v>
                </c:pt>
                <c:pt idx="126">
                  <c:v>258</c:v>
                </c:pt>
                <c:pt idx="127">
                  <c:v>260</c:v>
                </c:pt>
                <c:pt idx="128">
                  <c:v>262</c:v>
                </c:pt>
                <c:pt idx="129">
                  <c:v>264</c:v>
                </c:pt>
                <c:pt idx="130">
                  <c:v>266</c:v>
                </c:pt>
                <c:pt idx="131">
                  <c:v>268</c:v>
                </c:pt>
                <c:pt idx="132">
                  <c:v>270</c:v>
                </c:pt>
                <c:pt idx="133">
                  <c:v>272</c:v>
                </c:pt>
                <c:pt idx="134">
                  <c:v>274</c:v>
                </c:pt>
                <c:pt idx="135">
                  <c:v>276</c:v>
                </c:pt>
                <c:pt idx="136">
                  <c:v>278</c:v>
                </c:pt>
                <c:pt idx="137">
                  <c:v>280</c:v>
                </c:pt>
                <c:pt idx="138">
                  <c:v>282</c:v>
                </c:pt>
                <c:pt idx="139">
                  <c:v>284</c:v>
                </c:pt>
                <c:pt idx="140">
                  <c:v>286</c:v>
                </c:pt>
                <c:pt idx="141">
                  <c:v>288</c:v>
                </c:pt>
                <c:pt idx="142">
                  <c:v>290</c:v>
                </c:pt>
                <c:pt idx="143">
                  <c:v>292</c:v>
                </c:pt>
                <c:pt idx="144">
                  <c:v>294</c:v>
                </c:pt>
                <c:pt idx="145">
                  <c:v>296</c:v>
                </c:pt>
                <c:pt idx="146">
                  <c:v>298</c:v>
                </c:pt>
                <c:pt idx="147">
                  <c:v>300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27.32</c:v>
                </c:pt>
                <c:pt idx="1">
                  <c:v>34.14</c:v>
                </c:pt>
                <c:pt idx="2">
                  <c:v>37.55</c:v>
                </c:pt>
                <c:pt idx="3">
                  <c:v>37.55</c:v>
                </c:pt>
                <c:pt idx="4">
                  <c:v>44.41</c:v>
                </c:pt>
                <c:pt idx="5">
                  <c:v>60.97</c:v>
                </c:pt>
                <c:pt idx="6">
                  <c:v>64.38</c:v>
                </c:pt>
                <c:pt idx="7">
                  <c:v>76.44</c:v>
                </c:pt>
                <c:pt idx="8">
                  <c:v>76.44</c:v>
                </c:pt>
                <c:pt idx="9">
                  <c:v>83</c:v>
                </c:pt>
                <c:pt idx="10">
                  <c:v>83</c:v>
                </c:pt>
                <c:pt idx="11">
                  <c:v>72.41</c:v>
                </c:pt>
                <c:pt idx="12">
                  <c:v>80.3</c:v>
                </c:pt>
                <c:pt idx="13">
                  <c:v>80.3</c:v>
                </c:pt>
                <c:pt idx="14">
                  <c:v>80.3</c:v>
                </c:pt>
                <c:pt idx="15">
                  <c:v>79.02</c:v>
                </c:pt>
                <c:pt idx="16">
                  <c:v>85.78</c:v>
                </c:pt>
                <c:pt idx="17">
                  <c:v>89.19</c:v>
                </c:pt>
                <c:pt idx="18">
                  <c:v>91.34</c:v>
                </c:pt>
                <c:pt idx="19">
                  <c:v>94.44</c:v>
                </c:pt>
                <c:pt idx="20">
                  <c:v>94.44</c:v>
                </c:pt>
                <c:pt idx="21">
                  <c:v>94.44</c:v>
                </c:pt>
                <c:pt idx="22">
                  <c:v>94.44</c:v>
                </c:pt>
                <c:pt idx="23">
                  <c:v>95.42</c:v>
                </c:pt>
                <c:pt idx="24">
                  <c:v>86.9</c:v>
                </c:pt>
                <c:pt idx="25">
                  <c:v>70.77</c:v>
                </c:pt>
                <c:pt idx="26">
                  <c:v>70.77</c:v>
                </c:pt>
                <c:pt idx="27">
                  <c:v>74.12</c:v>
                </c:pt>
                <c:pt idx="28">
                  <c:v>74.12</c:v>
                </c:pt>
                <c:pt idx="29">
                  <c:v>75.48</c:v>
                </c:pt>
                <c:pt idx="30">
                  <c:v>75.48</c:v>
                </c:pt>
                <c:pt idx="31">
                  <c:v>75.48</c:v>
                </c:pt>
                <c:pt idx="32">
                  <c:v>93.43</c:v>
                </c:pt>
                <c:pt idx="33">
                  <c:v>71.35</c:v>
                </c:pt>
                <c:pt idx="34">
                  <c:v>83.34</c:v>
                </c:pt>
                <c:pt idx="35">
                  <c:v>93.58</c:v>
                </c:pt>
                <c:pt idx="36">
                  <c:v>73.88</c:v>
                </c:pt>
                <c:pt idx="37">
                  <c:v>77.29</c:v>
                </c:pt>
                <c:pt idx="38">
                  <c:v>84</c:v>
                </c:pt>
                <c:pt idx="39">
                  <c:v>94.24</c:v>
                </c:pt>
                <c:pt idx="40">
                  <c:v>94.36</c:v>
                </c:pt>
                <c:pt idx="41">
                  <c:v>94.36</c:v>
                </c:pt>
                <c:pt idx="42">
                  <c:v>92.91</c:v>
                </c:pt>
                <c:pt idx="43">
                  <c:v>94.19</c:v>
                </c:pt>
                <c:pt idx="44">
                  <c:v>83.18</c:v>
                </c:pt>
                <c:pt idx="45">
                  <c:v>83.18</c:v>
                </c:pt>
                <c:pt idx="46">
                  <c:v>83.02</c:v>
                </c:pt>
                <c:pt idx="47">
                  <c:v>93.04</c:v>
                </c:pt>
                <c:pt idx="48">
                  <c:v>42.34</c:v>
                </c:pt>
                <c:pt idx="49">
                  <c:v>54.14</c:v>
                </c:pt>
                <c:pt idx="50">
                  <c:v>71.2</c:v>
                </c:pt>
                <c:pt idx="51">
                  <c:v>78.03</c:v>
                </c:pt>
                <c:pt idx="52">
                  <c:v>56.15</c:v>
                </c:pt>
                <c:pt idx="53">
                  <c:v>62.98</c:v>
                </c:pt>
                <c:pt idx="54">
                  <c:v>66.39</c:v>
                </c:pt>
                <c:pt idx="55">
                  <c:v>73.63</c:v>
                </c:pt>
                <c:pt idx="56">
                  <c:v>76.63</c:v>
                </c:pt>
                <c:pt idx="57">
                  <c:v>55.89</c:v>
                </c:pt>
                <c:pt idx="58">
                  <c:v>59.3</c:v>
                </c:pt>
                <c:pt idx="59">
                  <c:v>71.66</c:v>
                </c:pt>
                <c:pt idx="60">
                  <c:v>85.31</c:v>
                </c:pt>
                <c:pt idx="61">
                  <c:v>62.71</c:v>
                </c:pt>
                <c:pt idx="62">
                  <c:v>69.74</c:v>
                </c:pt>
                <c:pt idx="63">
                  <c:v>79.98</c:v>
                </c:pt>
                <c:pt idx="64">
                  <c:v>86.81</c:v>
                </c:pt>
                <c:pt idx="65">
                  <c:v>93.02</c:v>
                </c:pt>
                <c:pt idx="66">
                  <c:v>93.02</c:v>
                </c:pt>
                <c:pt idx="67">
                  <c:v>93.05</c:v>
                </c:pt>
                <c:pt idx="68">
                  <c:v>93.02</c:v>
                </c:pt>
                <c:pt idx="69">
                  <c:v>93.02</c:v>
                </c:pt>
                <c:pt idx="70">
                  <c:v>72.54</c:v>
                </c:pt>
                <c:pt idx="71">
                  <c:v>80.16</c:v>
                </c:pt>
                <c:pt idx="72">
                  <c:v>90.4</c:v>
                </c:pt>
                <c:pt idx="73">
                  <c:v>93.02</c:v>
                </c:pt>
                <c:pt idx="74">
                  <c:v>89.62</c:v>
                </c:pt>
                <c:pt idx="75">
                  <c:v>92.67</c:v>
                </c:pt>
                <c:pt idx="76">
                  <c:v>93.04</c:v>
                </c:pt>
                <c:pt idx="77">
                  <c:v>93.04</c:v>
                </c:pt>
                <c:pt idx="78">
                  <c:v>69.46</c:v>
                </c:pt>
                <c:pt idx="79">
                  <c:v>76.29</c:v>
                </c:pt>
                <c:pt idx="80">
                  <c:v>80.42</c:v>
                </c:pt>
                <c:pt idx="81">
                  <c:v>90.66</c:v>
                </c:pt>
                <c:pt idx="82">
                  <c:v>88.29</c:v>
                </c:pt>
                <c:pt idx="83">
                  <c:v>88.29</c:v>
                </c:pt>
                <c:pt idx="84">
                  <c:v>88.29</c:v>
                </c:pt>
                <c:pt idx="85">
                  <c:v>88.29</c:v>
                </c:pt>
                <c:pt idx="86">
                  <c:v>86.53</c:v>
                </c:pt>
                <c:pt idx="87">
                  <c:v>79.3</c:v>
                </c:pt>
                <c:pt idx="88">
                  <c:v>91.94</c:v>
                </c:pt>
                <c:pt idx="89">
                  <c:v>44.26</c:v>
                </c:pt>
                <c:pt idx="90">
                  <c:v>51.09</c:v>
                </c:pt>
                <c:pt idx="91">
                  <c:v>54.5</c:v>
                </c:pt>
                <c:pt idx="92">
                  <c:v>65.91</c:v>
                </c:pt>
                <c:pt idx="93">
                  <c:v>82.95</c:v>
                </c:pt>
                <c:pt idx="94">
                  <c:v>81.78</c:v>
                </c:pt>
                <c:pt idx="95">
                  <c:v>81.78</c:v>
                </c:pt>
                <c:pt idx="96">
                  <c:v>81.78</c:v>
                </c:pt>
                <c:pt idx="97">
                  <c:v>66.93</c:v>
                </c:pt>
                <c:pt idx="98">
                  <c:v>71.24</c:v>
                </c:pt>
                <c:pt idx="99">
                  <c:v>71.24</c:v>
                </c:pt>
                <c:pt idx="100">
                  <c:v>71.24</c:v>
                </c:pt>
                <c:pt idx="101">
                  <c:v>71.24</c:v>
                </c:pt>
                <c:pt idx="102">
                  <c:v>70.51</c:v>
                </c:pt>
                <c:pt idx="103">
                  <c:v>67.53</c:v>
                </c:pt>
                <c:pt idx="104">
                  <c:v>68.36</c:v>
                </c:pt>
                <c:pt idx="105">
                  <c:v>71.78</c:v>
                </c:pt>
                <c:pt idx="106">
                  <c:v>71.78</c:v>
                </c:pt>
                <c:pt idx="107">
                  <c:v>72.62</c:v>
                </c:pt>
                <c:pt idx="108">
                  <c:v>72.62</c:v>
                </c:pt>
                <c:pt idx="109">
                  <c:v>55.91</c:v>
                </c:pt>
                <c:pt idx="110">
                  <c:v>66.15</c:v>
                </c:pt>
                <c:pt idx="111">
                  <c:v>73.59</c:v>
                </c:pt>
                <c:pt idx="112">
                  <c:v>80.42</c:v>
                </c:pt>
                <c:pt idx="113">
                  <c:v>83.83</c:v>
                </c:pt>
                <c:pt idx="114">
                  <c:v>83.83</c:v>
                </c:pt>
                <c:pt idx="115">
                  <c:v>85.43</c:v>
                </c:pt>
                <c:pt idx="116">
                  <c:v>85.43</c:v>
                </c:pt>
                <c:pt idx="117">
                  <c:v>87.25</c:v>
                </c:pt>
                <c:pt idx="118">
                  <c:v>87.25</c:v>
                </c:pt>
                <c:pt idx="119">
                  <c:v>87.25</c:v>
                </c:pt>
                <c:pt idx="120">
                  <c:v>87.25</c:v>
                </c:pt>
                <c:pt idx="121">
                  <c:v>85.72</c:v>
                </c:pt>
                <c:pt idx="122">
                  <c:v>92.55</c:v>
                </c:pt>
                <c:pt idx="123">
                  <c:v>91.43</c:v>
                </c:pt>
                <c:pt idx="124">
                  <c:v>98.26</c:v>
                </c:pt>
                <c:pt idx="125">
                  <c:v>80.52</c:v>
                </c:pt>
                <c:pt idx="126">
                  <c:v>87.41</c:v>
                </c:pt>
                <c:pt idx="127">
                  <c:v>95.02</c:v>
                </c:pt>
                <c:pt idx="128">
                  <c:v>98.36</c:v>
                </c:pt>
                <c:pt idx="129">
                  <c:v>81.12</c:v>
                </c:pt>
                <c:pt idx="130">
                  <c:v>91.36</c:v>
                </c:pt>
                <c:pt idx="131">
                  <c:v>98.18</c:v>
                </c:pt>
                <c:pt idx="132">
                  <c:v>97.68</c:v>
                </c:pt>
                <c:pt idx="133">
                  <c:v>83.46</c:v>
                </c:pt>
                <c:pt idx="134">
                  <c:v>94.97</c:v>
                </c:pt>
                <c:pt idx="135">
                  <c:v>93.87</c:v>
                </c:pt>
                <c:pt idx="136">
                  <c:v>97.28</c:v>
                </c:pt>
                <c:pt idx="137">
                  <c:v>80.05</c:v>
                </c:pt>
                <c:pt idx="138">
                  <c:v>83.46</c:v>
                </c:pt>
                <c:pt idx="139">
                  <c:v>92.68</c:v>
                </c:pt>
                <c:pt idx="140">
                  <c:v>93.7</c:v>
                </c:pt>
                <c:pt idx="141">
                  <c:v>97.12</c:v>
                </c:pt>
                <c:pt idx="142">
                  <c:v>97.17</c:v>
                </c:pt>
                <c:pt idx="143">
                  <c:v>97.17</c:v>
                </c:pt>
                <c:pt idx="144">
                  <c:v>97.17</c:v>
                </c:pt>
                <c:pt idx="145">
                  <c:v>97.12</c:v>
                </c:pt>
                <c:pt idx="146">
                  <c:v>97.22</c:v>
                </c:pt>
                <c:pt idx="147">
                  <c:v>97.39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Ours Decode</c:v>
                </c:pt>
              </c:strCache>
            </c:strRef>
          </c:tx>
          <c:spPr>
            <a:solidFill>
              <a:srgbClr val="7FD9BE"/>
            </a:solidFill>
            <a:ln w="28575" cap="flat">
              <a:solidFill>
                <a:srgbClr val="7FD9B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FD9BE"/>
              </a:solidFill>
              <a:ln w="9525" cap="flat">
                <a:solidFill>
                  <a:srgbClr val="7FD9BE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  <c:pt idx="7">
                  <c:v>20</c:v>
                </c:pt>
                <c:pt idx="8">
                  <c:v>22</c:v>
                </c:pt>
                <c:pt idx="9">
                  <c:v>24</c:v>
                </c:pt>
                <c:pt idx="10">
                  <c:v>26</c:v>
                </c:pt>
                <c:pt idx="11">
                  <c:v>28</c:v>
                </c:pt>
                <c:pt idx="12">
                  <c:v>30</c:v>
                </c:pt>
                <c:pt idx="13">
                  <c:v>32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42</c:v>
                </c:pt>
                <c:pt idx="19">
                  <c:v>44</c:v>
                </c:pt>
                <c:pt idx="20">
                  <c:v>46</c:v>
                </c:pt>
                <c:pt idx="21">
                  <c:v>48</c:v>
                </c:pt>
                <c:pt idx="22">
                  <c:v>50</c:v>
                </c:pt>
                <c:pt idx="23">
                  <c:v>52</c:v>
                </c:pt>
                <c:pt idx="24">
                  <c:v>54</c:v>
                </c:pt>
                <c:pt idx="25">
                  <c:v>56</c:v>
                </c:pt>
                <c:pt idx="26">
                  <c:v>58</c:v>
                </c:pt>
                <c:pt idx="27">
                  <c:v>60</c:v>
                </c:pt>
                <c:pt idx="28">
                  <c:v>62</c:v>
                </c:pt>
                <c:pt idx="29">
                  <c:v>64</c:v>
                </c:pt>
                <c:pt idx="30">
                  <c:v>66</c:v>
                </c:pt>
                <c:pt idx="31">
                  <c:v>68</c:v>
                </c:pt>
                <c:pt idx="32">
                  <c:v>70</c:v>
                </c:pt>
                <c:pt idx="33">
                  <c:v>72</c:v>
                </c:pt>
                <c:pt idx="34">
                  <c:v>74</c:v>
                </c:pt>
                <c:pt idx="35">
                  <c:v>76</c:v>
                </c:pt>
                <c:pt idx="36">
                  <c:v>78</c:v>
                </c:pt>
                <c:pt idx="37">
                  <c:v>80</c:v>
                </c:pt>
                <c:pt idx="38">
                  <c:v>82</c:v>
                </c:pt>
                <c:pt idx="39">
                  <c:v>84</c:v>
                </c:pt>
                <c:pt idx="40">
                  <c:v>86</c:v>
                </c:pt>
                <c:pt idx="41">
                  <c:v>88</c:v>
                </c:pt>
                <c:pt idx="42">
                  <c:v>90</c:v>
                </c:pt>
                <c:pt idx="43">
                  <c:v>92</c:v>
                </c:pt>
                <c:pt idx="44">
                  <c:v>94</c:v>
                </c:pt>
                <c:pt idx="45">
                  <c:v>96</c:v>
                </c:pt>
                <c:pt idx="46">
                  <c:v>98</c:v>
                </c:pt>
                <c:pt idx="47">
                  <c:v>100</c:v>
                </c:pt>
                <c:pt idx="48">
                  <c:v>102</c:v>
                </c:pt>
                <c:pt idx="49">
                  <c:v>104</c:v>
                </c:pt>
                <c:pt idx="50">
                  <c:v>106</c:v>
                </c:pt>
                <c:pt idx="51">
                  <c:v>108</c:v>
                </c:pt>
                <c:pt idx="52">
                  <c:v>110</c:v>
                </c:pt>
                <c:pt idx="53">
                  <c:v>112</c:v>
                </c:pt>
                <c:pt idx="54">
                  <c:v>114</c:v>
                </c:pt>
                <c:pt idx="55">
                  <c:v>116</c:v>
                </c:pt>
                <c:pt idx="56">
                  <c:v>118</c:v>
                </c:pt>
                <c:pt idx="57">
                  <c:v>120</c:v>
                </c:pt>
                <c:pt idx="58">
                  <c:v>122</c:v>
                </c:pt>
                <c:pt idx="59">
                  <c:v>124</c:v>
                </c:pt>
                <c:pt idx="60">
                  <c:v>126</c:v>
                </c:pt>
                <c:pt idx="61">
                  <c:v>128</c:v>
                </c:pt>
                <c:pt idx="62">
                  <c:v>130</c:v>
                </c:pt>
                <c:pt idx="63">
                  <c:v>132</c:v>
                </c:pt>
                <c:pt idx="64">
                  <c:v>134</c:v>
                </c:pt>
                <c:pt idx="65">
                  <c:v>136</c:v>
                </c:pt>
                <c:pt idx="66">
                  <c:v>138</c:v>
                </c:pt>
                <c:pt idx="67">
                  <c:v>140</c:v>
                </c:pt>
                <c:pt idx="68">
                  <c:v>142</c:v>
                </c:pt>
                <c:pt idx="69">
                  <c:v>144</c:v>
                </c:pt>
                <c:pt idx="70">
                  <c:v>146</c:v>
                </c:pt>
                <c:pt idx="71">
                  <c:v>148</c:v>
                </c:pt>
                <c:pt idx="72">
                  <c:v>150</c:v>
                </c:pt>
                <c:pt idx="73">
                  <c:v>152</c:v>
                </c:pt>
                <c:pt idx="74">
                  <c:v>154</c:v>
                </c:pt>
                <c:pt idx="75">
                  <c:v>156</c:v>
                </c:pt>
                <c:pt idx="76">
                  <c:v>158</c:v>
                </c:pt>
                <c:pt idx="77">
                  <c:v>160</c:v>
                </c:pt>
                <c:pt idx="78">
                  <c:v>162</c:v>
                </c:pt>
                <c:pt idx="79">
                  <c:v>164</c:v>
                </c:pt>
                <c:pt idx="80">
                  <c:v>166</c:v>
                </c:pt>
                <c:pt idx="81">
                  <c:v>168</c:v>
                </c:pt>
                <c:pt idx="82">
                  <c:v>170</c:v>
                </c:pt>
                <c:pt idx="83">
                  <c:v>172</c:v>
                </c:pt>
                <c:pt idx="84">
                  <c:v>174</c:v>
                </c:pt>
                <c:pt idx="85">
                  <c:v>176</c:v>
                </c:pt>
                <c:pt idx="86">
                  <c:v>178</c:v>
                </c:pt>
                <c:pt idx="87">
                  <c:v>180</c:v>
                </c:pt>
                <c:pt idx="88">
                  <c:v>182</c:v>
                </c:pt>
                <c:pt idx="89">
                  <c:v>184</c:v>
                </c:pt>
                <c:pt idx="90">
                  <c:v>186</c:v>
                </c:pt>
                <c:pt idx="91">
                  <c:v>188</c:v>
                </c:pt>
                <c:pt idx="92">
                  <c:v>190</c:v>
                </c:pt>
                <c:pt idx="93">
                  <c:v>192</c:v>
                </c:pt>
                <c:pt idx="94">
                  <c:v>194</c:v>
                </c:pt>
                <c:pt idx="95">
                  <c:v>196</c:v>
                </c:pt>
                <c:pt idx="96">
                  <c:v>198</c:v>
                </c:pt>
                <c:pt idx="97">
                  <c:v>200</c:v>
                </c:pt>
                <c:pt idx="98">
                  <c:v>202</c:v>
                </c:pt>
                <c:pt idx="99">
                  <c:v>204</c:v>
                </c:pt>
                <c:pt idx="100">
                  <c:v>206</c:v>
                </c:pt>
                <c:pt idx="101">
                  <c:v>208</c:v>
                </c:pt>
                <c:pt idx="102">
                  <c:v>210</c:v>
                </c:pt>
                <c:pt idx="103">
                  <c:v>212</c:v>
                </c:pt>
                <c:pt idx="104">
                  <c:v>214</c:v>
                </c:pt>
                <c:pt idx="105">
                  <c:v>216</c:v>
                </c:pt>
                <c:pt idx="106">
                  <c:v>218</c:v>
                </c:pt>
                <c:pt idx="107">
                  <c:v>220</c:v>
                </c:pt>
                <c:pt idx="108">
                  <c:v>222</c:v>
                </c:pt>
                <c:pt idx="109">
                  <c:v>224</c:v>
                </c:pt>
                <c:pt idx="110">
                  <c:v>226</c:v>
                </c:pt>
                <c:pt idx="111">
                  <c:v>228</c:v>
                </c:pt>
                <c:pt idx="112">
                  <c:v>230</c:v>
                </c:pt>
                <c:pt idx="113">
                  <c:v>232</c:v>
                </c:pt>
                <c:pt idx="114">
                  <c:v>234</c:v>
                </c:pt>
                <c:pt idx="115">
                  <c:v>236</c:v>
                </c:pt>
                <c:pt idx="116">
                  <c:v>238</c:v>
                </c:pt>
                <c:pt idx="117">
                  <c:v>240</c:v>
                </c:pt>
                <c:pt idx="118">
                  <c:v>242</c:v>
                </c:pt>
                <c:pt idx="119">
                  <c:v>244</c:v>
                </c:pt>
                <c:pt idx="120">
                  <c:v>246</c:v>
                </c:pt>
                <c:pt idx="121">
                  <c:v>248</c:v>
                </c:pt>
                <c:pt idx="122">
                  <c:v>250</c:v>
                </c:pt>
                <c:pt idx="123">
                  <c:v>252</c:v>
                </c:pt>
                <c:pt idx="124">
                  <c:v>254</c:v>
                </c:pt>
                <c:pt idx="125">
                  <c:v>256</c:v>
                </c:pt>
                <c:pt idx="126">
                  <c:v>258</c:v>
                </c:pt>
                <c:pt idx="127">
                  <c:v>260</c:v>
                </c:pt>
                <c:pt idx="128">
                  <c:v>262</c:v>
                </c:pt>
                <c:pt idx="129">
                  <c:v>264</c:v>
                </c:pt>
                <c:pt idx="130">
                  <c:v>266</c:v>
                </c:pt>
                <c:pt idx="131">
                  <c:v>268</c:v>
                </c:pt>
                <c:pt idx="132">
                  <c:v>270</c:v>
                </c:pt>
                <c:pt idx="133">
                  <c:v>272</c:v>
                </c:pt>
                <c:pt idx="134">
                  <c:v>274</c:v>
                </c:pt>
                <c:pt idx="135">
                  <c:v>276</c:v>
                </c:pt>
                <c:pt idx="136">
                  <c:v>278</c:v>
                </c:pt>
                <c:pt idx="137">
                  <c:v>280</c:v>
                </c:pt>
                <c:pt idx="138">
                  <c:v>282</c:v>
                </c:pt>
                <c:pt idx="139">
                  <c:v>284</c:v>
                </c:pt>
                <c:pt idx="140">
                  <c:v>286</c:v>
                </c:pt>
                <c:pt idx="141">
                  <c:v>288</c:v>
                </c:pt>
                <c:pt idx="142">
                  <c:v>290</c:v>
                </c:pt>
                <c:pt idx="143">
                  <c:v>292</c:v>
                </c:pt>
                <c:pt idx="144">
                  <c:v>294</c:v>
                </c:pt>
                <c:pt idx="145">
                  <c:v>296</c:v>
                </c:pt>
                <c:pt idx="146">
                  <c:v>298</c:v>
                </c:pt>
                <c:pt idx="147">
                  <c:v>300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18.58</c:v>
                </c:pt>
                <c:pt idx="1">
                  <c:v>12.4</c:v>
                </c:pt>
                <c:pt idx="2">
                  <c:v>12.43</c:v>
                </c:pt>
                <c:pt idx="3">
                  <c:v>9.27</c:v>
                </c:pt>
                <c:pt idx="4">
                  <c:v>9.31</c:v>
                </c:pt>
                <c:pt idx="5">
                  <c:v>10.86</c:v>
                </c:pt>
                <c:pt idx="6">
                  <c:v>11.64</c:v>
                </c:pt>
                <c:pt idx="7">
                  <c:v>11.95</c:v>
                </c:pt>
                <c:pt idx="8">
                  <c:v>12</c:v>
                </c:pt>
                <c:pt idx="9">
                  <c:v>16.18</c:v>
                </c:pt>
                <c:pt idx="10">
                  <c:v>12.3</c:v>
                </c:pt>
                <c:pt idx="11">
                  <c:v>17.16</c:v>
                </c:pt>
                <c:pt idx="12">
                  <c:v>17.18</c:v>
                </c:pt>
                <c:pt idx="13">
                  <c:v>17.24</c:v>
                </c:pt>
                <c:pt idx="14">
                  <c:v>12.04</c:v>
                </c:pt>
                <c:pt idx="15">
                  <c:v>16.46</c:v>
                </c:pt>
                <c:pt idx="16">
                  <c:v>23.21</c:v>
                </c:pt>
                <c:pt idx="17">
                  <c:v>23.25</c:v>
                </c:pt>
                <c:pt idx="18">
                  <c:v>21.22</c:v>
                </c:pt>
                <c:pt idx="19">
                  <c:v>21.27</c:v>
                </c:pt>
                <c:pt idx="20">
                  <c:v>29.73</c:v>
                </c:pt>
                <c:pt idx="21">
                  <c:v>29.76</c:v>
                </c:pt>
                <c:pt idx="22">
                  <c:v>20.11</c:v>
                </c:pt>
                <c:pt idx="23">
                  <c:v>13.34</c:v>
                </c:pt>
                <c:pt idx="24">
                  <c:v>13.35</c:v>
                </c:pt>
                <c:pt idx="25">
                  <c:v>26.75</c:v>
                </c:pt>
                <c:pt idx="26">
                  <c:v>35.34</c:v>
                </c:pt>
                <c:pt idx="27">
                  <c:v>27.84</c:v>
                </c:pt>
                <c:pt idx="28">
                  <c:v>22.46</c:v>
                </c:pt>
                <c:pt idx="29">
                  <c:v>22.5</c:v>
                </c:pt>
                <c:pt idx="30">
                  <c:v>22.52</c:v>
                </c:pt>
                <c:pt idx="31">
                  <c:v>14.67</c:v>
                </c:pt>
                <c:pt idx="32">
                  <c:v>22.53</c:v>
                </c:pt>
                <c:pt idx="33">
                  <c:v>22.54</c:v>
                </c:pt>
                <c:pt idx="34">
                  <c:v>22.56</c:v>
                </c:pt>
                <c:pt idx="35">
                  <c:v>14.74</c:v>
                </c:pt>
                <c:pt idx="36">
                  <c:v>22.77</c:v>
                </c:pt>
                <c:pt idx="37">
                  <c:v>22.79</c:v>
                </c:pt>
                <c:pt idx="38">
                  <c:v>22.81</c:v>
                </c:pt>
                <c:pt idx="39">
                  <c:v>32.82</c:v>
                </c:pt>
                <c:pt idx="40">
                  <c:v>32.86</c:v>
                </c:pt>
                <c:pt idx="41">
                  <c:v>32.88</c:v>
                </c:pt>
                <c:pt idx="42">
                  <c:v>32.9</c:v>
                </c:pt>
                <c:pt idx="43">
                  <c:v>22.86</c:v>
                </c:pt>
                <c:pt idx="44">
                  <c:v>22.86</c:v>
                </c:pt>
                <c:pt idx="45">
                  <c:v>22.86</c:v>
                </c:pt>
                <c:pt idx="46">
                  <c:v>22.86</c:v>
                </c:pt>
                <c:pt idx="47">
                  <c:v>22.86</c:v>
                </c:pt>
                <c:pt idx="48">
                  <c:v>15.34</c:v>
                </c:pt>
                <c:pt idx="49">
                  <c:v>15.36</c:v>
                </c:pt>
                <c:pt idx="50">
                  <c:v>8.63</c:v>
                </c:pt>
                <c:pt idx="51">
                  <c:v>8.63</c:v>
                </c:pt>
                <c:pt idx="52">
                  <c:v>20.08</c:v>
                </c:pt>
                <c:pt idx="53">
                  <c:v>20.1</c:v>
                </c:pt>
                <c:pt idx="54">
                  <c:v>20.12</c:v>
                </c:pt>
                <c:pt idx="55">
                  <c:v>20.13</c:v>
                </c:pt>
                <c:pt idx="56">
                  <c:v>11.14</c:v>
                </c:pt>
                <c:pt idx="57">
                  <c:v>11.15</c:v>
                </c:pt>
                <c:pt idx="58">
                  <c:v>11.17</c:v>
                </c:pt>
                <c:pt idx="59">
                  <c:v>37.02</c:v>
                </c:pt>
                <c:pt idx="60">
                  <c:v>37.02</c:v>
                </c:pt>
                <c:pt idx="61">
                  <c:v>28.89</c:v>
                </c:pt>
                <c:pt idx="62">
                  <c:v>28.91</c:v>
                </c:pt>
                <c:pt idx="63">
                  <c:v>29.54</c:v>
                </c:pt>
                <c:pt idx="64">
                  <c:v>29.57</c:v>
                </c:pt>
                <c:pt idx="65">
                  <c:v>29.59</c:v>
                </c:pt>
                <c:pt idx="66">
                  <c:v>22.39</c:v>
                </c:pt>
                <c:pt idx="67">
                  <c:v>23.46</c:v>
                </c:pt>
                <c:pt idx="68">
                  <c:v>31.44</c:v>
                </c:pt>
                <c:pt idx="69">
                  <c:v>31.46</c:v>
                </c:pt>
                <c:pt idx="70">
                  <c:v>31.47</c:v>
                </c:pt>
                <c:pt idx="71">
                  <c:v>31.49</c:v>
                </c:pt>
                <c:pt idx="72">
                  <c:v>31.7</c:v>
                </c:pt>
                <c:pt idx="73">
                  <c:v>31.72</c:v>
                </c:pt>
                <c:pt idx="74">
                  <c:v>37.35</c:v>
                </c:pt>
                <c:pt idx="75">
                  <c:v>37.38</c:v>
                </c:pt>
                <c:pt idx="76">
                  <c:v>28.06</c:v>
                </c:pt>
                <c:pt idx="77">
                  <c:v>28.06</c:v>
                </c:pt>
                <c:pt idx="78">
                  <c:v>28.06</c:v>
                </c:pt>
                <c:pt idx="79">
                  <c:v>28.06</c:v>
                </c:pt>
                <c:pt idx="80">
                  <c:v>28.42</c:v>
                </c:pt>
                <c:pt idx="81">
                  <c:v>28.44</c:v>
                </c:pt>
                <c:pt idx="82">
                  <c:v>28.46</c:v>
                </c:pt>
                <c:pt idx="83">
                  <c:v>28.51</c:v>
                </c:pt>
                <c:pt idx="84">
                  <c:v>28.54</c:v>
                </c:pt>
                <c:pt idx="85">
                  <c:v>20.18</c:v>
                </c:pt>
                <c:pt idx="86">
                  <c:v>9.91</c:v>
                </c:pt>
                <c:pt idx="87">
                  <c:v>24.59</c:v>
                </c:pt>
                <c:pt idx="88">
                  <c:v>24.61</c:v>
                </c:pt>
                <c:pt idx="89">
                  <c:v>31.26</c:v>
                </c:pt>
                <c:pt idx="90">
                  <c:v>31.28</c:v>
                </c:pt>
                <c:pt idx="91">
                  <c:v>31.29</c:v>
                </c:pt>
                <c:pt idx="92">
                  <c:v>21.73</c:v>
                </c:pt>
                <c:pt idx="93">
                  <c:v>21.75</c:v>
                </c:pt>
                <c:pt idx="94">
                  <c:v>21.78</c:v>
                </c:pt>
                <c:pt idx="95">
                  <c:v>15.1</c:v>
                </c:pt>
                <c:pt idx="96">
                  <c:v>15.12</c:v>
                </c:pt>
                <c:pt idx="97">
                  <c:v>32.9</c:v>
                </c:pt>
                <c:pt idx="98">
                  <c:v>30.58</c:v>
                </c:pt>
                <c:pt idx="99">
                  <c:v>30.62</c:v>
                </c:pt>
                <c:pt idx="100">
                  <c:v>30.66</c:v>
                </c:pt>
                <c:pt idx="101">
                  <c:v>30.71</c:v>
                </c:pt>
                <c:pt idx="102">
                  <c:v>23.24</c:v>
                </c:pt>
                <c:pt idx="103">
                  <c:v>20.14</c:v>
                </c:pt>
                <c:pt idx="104">
                  <c:v>20.16</c:v>
                </c:pt>
                <c:pt idx="105">
                  <c:v>20.18</c:v>
                </c:pt>
                <c:pt idx="106">
                  <c:v>20.22</c:v>
                </c:pt>
                <c:pt idx="107">
                  <c:v>20.24</c:v>
                </c:pt>
                <c:pt idx="108">
                  <c:v>25.47</c:v>
                </c:pt>
                <c:pt idx="109">
                  <c:v>25.5</c:v>
                </c:pt>
                <c:pt idx="110">
                  <c:v>18.28</c:v>
                </c:pt>
                <c:pt idx="111">
                  <c:v>18.32</c:v>
                </c:pt>
                <c:pt idx="112">
                  <c:v>26.21</c:v>
                </c:pt>
                <c:pt idx="113">
                  <c:v>21.15</c:v>
                </c:pt>
                <c:pt idx="114">
                  <c:v>17.77</c:v>
                </c:pt>
                <c:pt idx="115">
                  <c:v>24.09</c:v>
                </c:pt>
                <c:pt idx="116">
                  <c:v>29.19</c:v>
                </c:pt>
                <c:pt idx="117">
                  <c:v>21.3</c:v>
                </c:pt>
                <c:pt idx="118">
                  <c:v>21.34</c:v>
                </c:pt>
                <c:pt idx="119">
                  <c:v>19.97</c:v>
                </c:pt>
                <c:pt idx="120">
                  <c:v>25.27</c:v>
                </c:pt>
                <c:pt idx="121">
                  <c:v>18.94</c:v>
                </c:pt>
                <c:pt idx="122">
                  <c:v>18.96</c:v>
                </c:pt>
                <c:pt idx="123">
                  <c:v>19</c:v>
                </c:pt>
                <c:pt idx="124">
                  <c:v>19.02</c:v>
                </c:pt>
                <c:pt idx="125">
                  <c:v>19.04</c:v>
                </c:pt>
                <c:pt idx="126">
                  <c:v>13.7</c:v>
                </c:pt>
                <c:pt idx="127">
                  <c:v>25.82</c:v>
                </c:pt>
                <c:pt idx="128">
                  <c:v>36.22</c:v>
                </c:pt>
                <c:pt idx="129">
                  <c:v>34.01</c:v>
                </c:pt>
                <c:pt idx="130">
                  <c:v>34.05</c:v>
                </c:pt>
                <c:pt idx="131">
                  <c:v>23.98</c:v>
                </c:pt>
                <c:pt idx="132">
                  <c:v>24</c:v>
                </c:pt>
                <c:pt idx="133">
                  <c:v>41.82</c:v>
                </c:pt>
                <c:pt idx="134">
                  <c:v>34.64</c:v>
                </c:pt>
                <c:pt idx="135">
                  <c:v>41.88</c:v>
                </c:pt>
                <c:pt idx="136">
                  <c:v>41.89</c:v>
                </c:pt>
                <c:pt idx="137">
                  <c:v>41.89</c:v>
                </c:pt>
                <c:pt idx="138">
                  <c:v>41.89</c:v>
                </c:pt>
                <c:pt idx="139">
                  <c:v>41.89</c:v>
                </c:pt>
                <c:pt idx="140">
                  <c:v>34.54</c:v>
                </c:pt>
                <c:pt idx="141">
                  <c:v>34.55</c:v>
                </c:pt>
                <c:pt idx="142">
                  <c:v>34.57</c:v>
                </c:pt>
                <c:pt idx="143">
                  <c:v>34.58</c:v>
                </c:pt>
                <c:pt idx="144">
                  <c:v>34.62</c:v>
                </c:pt>
                <c:pt idx="145">
                  <c:v>34.64</c:v>
                </c:pt>
                <c:pt idx="146">
                  <c:v>34.66</c:v>
                </c:pt>
                <c:pt idx="147">
                  <c:v>16.75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00"/>
          <c:min val="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000000"/>
                    </a:solidFill>
                    <a:latin typeface="Times New Roman"/>
                  </a:rPr>
                  <a:t>KV pool occupancy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Full-run values, UNSMOOTHED and at full resolution (the charts are drawn from a 180-point sampling with a 15-sample rolling mean):
  SGLang: prefill max 100.0% / mean 95.7% / final 96.6%; decode max 54.9% / mean 28.0% / final 16.0%  (2668 samples over 5338s)
  Ours: prefill max 99.7% / mean 79.4% / final 53.8%; decode max 55.4% / mean 28.2% / final 16.0%  (2669 samples over 5342s)
token_usage is NOT this quantity: SGLang defines it as (max_total - available - evictable) / max_total, so a pool 100% full of reusable prefix cache and an empty one both report ~0. The sampler records both so they stay distinguishable.
Charts are native: right-click &gt; Edit Data, or the Chart Design / Format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Full-run values, UNSMOOTHED and at full resolution (the charts are drawn from a 180-point sampling with a 15-sample rolling mean):
  SGLang: prefill max 100.0% / mean 95.7% / final 96.6%; decode max 54.9% / mean 28.0% / final 16.0%  (2668 samples over 5338s)
  Ours: prefill max 99.7% / mean 79.4% / final 53.8%; decode max 55.4% / mean 28.2% / final 16.0%  (2669 samples over 5342s)
token_usage is NOT this quantity: SGLang defines it as (max_total - available - evictable) / max_total, so a pool 100% full of reusable prefix cache and an empty one both report ~0. The sampler records both so they stay distinguishable.
Charts are native: right-click &gt; Edit Data, or the Chart Design / Format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Prefill KV is saturated while decode KV sits idle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Codex / SWE-bench Pro traces · 100 sessions · 8-15 turns · context 12k-&gt;48k tokens · C=4 · Llama-3.1-8B · SGLang 2P2D · 4x RTX A6000 · pool occupancy = (max_total - available) / max_total, summed over the two GPUs of each role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10881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468112"/>
            <a:ext cx="384048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8016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 Prefill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5468112"/>
            <a:ext cx="384048" cy="0"/>
          </a:xfrm>
          <a:prstGeom prst="line">
            <a:avLst/>
          </a:prstGeom>
          <a:noFill/>
          <a:ln w="28575">
            <a:solidFill>
              <a:srgbClr val="7FC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 Decode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5468112"/>
            <a:ext cx="384048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 Prefill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78240" y="5468112"/>
            <a:ext cx="384048" cy="0"/>
          </a:xfrm>
          <a:prstGeom prst="line">
            <a:avLst/>
          </a:prstGeom>
          <a:noFill/>
          <a:ln w="28575">
            <a:solidFill>
              <a:srgbClr val="7FD9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3544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 Decode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576072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SGLang: the prefill pool holds 96% on average and peaks at 100%, so almost every new prefix must evict something -- while the decode pool averages 28%. The headroom the victim cache claims is that gap, on the same node.  Lines are a 15-sample (~30s) rolling mean; the decode pool oscillates request to request and is unreadable raw.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fast the pool fills — first 300 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data, time axis clipped. Raw samples, no smoothing.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10881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468112"/>
            <a:ext cx="384048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8016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 Prefill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5468112"/>
            <a:ext cx="384048" cy="0"/>
          </a:xfrm>
          <a:prstGeom prst="line">
            <a:avLst/>
          </a:prstGeom>
          <a:noFill/>
          <a:ln w="28575">
            <a:solidFill>
              <a:srgbClr val="7FC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 Decode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5468112"/>
            <a:ext cx="384048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 Prefill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78240" y="5468112"/>
            <a:ext cx="384048" cy="0"/>
          </a:xfrm>
          <a:prstGeom prst="line">
            <a:avLst/>
          </a:prstGeom>
          <a:noFill/>
          <a:ln w="28575">
            <a:solidFill>
              <a:srgbClr val="7FD9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3544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 Decode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57607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prefill pool reaches ~95% within about 50 s of a 5342 s run — the working set of these agent sessions is several times the pool, so saturation is immediate and permanent, not a slow warm-up.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run, as rendered (plot_kv_occupancy.py --smooth 15)</a:t>
            </a:r>
            <a:endParaRPr lang="en-US" sz="1800" dirty="0"/>
          </a:p>
        </p:txBody>
      </p:sp>
      <p:pic>
        <p:nvPicPr>
          <p:cNvPr id="3" name="Image 0" descr="results/agent_trace/fig_kv_occupa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914400"/>
            <a:ext cx="5303520" cy="412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results/agent_trace/fig_kv_occupancy.png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Ramp detail, as rendered (--xmax 300)</a:t>
            </a:r>
            <a:endParaRPr lang="en-US" sz="1800" dirty="0"/>
          </a:p>
        </p:txBody>
      </p:sp>
      <p:pic>
        <p:nvPicPr>
          <p:cNvPr id="3" name="Image 0" descr="results/agent_trace/fig_kv_occupancy_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914400"/>
            <a:ext cx="5303520" cy="412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results/agent_trace/fig_kv_occupancy_ramp.png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Agent-trace replay: KV-pool occupancy over time</dc:title>
  <dc:subject>PptxGenJS Presentation</dc:subject>
  <dc:creator>SGLang KV placement experiment</dc:creator>
  <cp:lastModifiedBy>SGLang KV placement experiment</cp:lastModifiedBy>
  <cp:revision>1</cp:revision>
  <dcterms:created xsi:type="dcterms:W3CDTF">2026-08-13T22:22:47Z</dcterms:created>
  <dcterms:modified xsi:type="dcterms:W3CDTF">2026-08-13T22:22:47Z</dcterms:modified>
</cp:coreProperties>
</file>